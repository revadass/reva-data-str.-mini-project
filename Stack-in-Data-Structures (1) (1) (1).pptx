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AEBE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AEBE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AEBE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AEBE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90909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7311" y="411467"/>
            <a:ext cx="10315376" cy="12776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AEBE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43564" y="2063750"/>
            <a:ext cx="343852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770"/>
              <a:t>Stack</a:t>
            </a:r>
            <a:r>
              <a:rPr dirty="0" spc="-254"/>
              <a:t> </a:t>
            </a:r>
            <a:r>
              <a:rPr dirty="0" spc="440"/>
              <a:t>in</a:t>
            </a:r>
            <a:r>
              <a:rPr dirty="0" spc="-254"/>
              <a:t> </a:t>
            </a:r>
            <a:r>
              <a:rPr dirty="0" spc="630"/>
              <a:t>Data </a:t>
            </a:r>
            <a:r>
              <a:rPr dirty="0" spc="670"/>
              <a:t>Structures</a:t>
            </a:r>
          </a:p>
        </p:txBody>
      </p:sp>
      <p:sp>
        <p:nvSpPr>
          <p:cNvPr id="4" name="object 4"/>
          <p:cNvSpPr/>
          <p:nvPr/>
        </p:nvSpPr>
        <p:spPr>
          <a:xfrm>
            <a:off x="4857750" y="4076700"/>
            <a:ext cx="1047750" cy="304800"/>
          </a:xfrm>
          <a:custGeom>
            <a:avLst/>
            <a:gdLst/>
            <a:ahLst/>
            <a:cxnLst/>
            <a:rect l="l" t="t" r="r" b="b"/>
            <a:pathLst>
              <a:path w="1047750" h="304800">
                <a:moveTo>
                  <a:pt x="1008189" y="0"/>
                </a:moveTo>
                <a:lnTo>
                  <a:pt x="39560" y="0"/>
                </a:lnTo>
                <a:lnTo>
                  <a:pt x="33743" y="1155"/>
                </a:lnTo>
                <a:lnTo>
                  <a:pt x="1155" y="33743"/>
                </a:lnTo>
                <a:lnTo>
                  <a:pt x="0" y="39560"/>
                </a:lnTo>
                <a:lnTo>
                  <a:pt x="0" y="259194"/>
                </a:lnTo>
                <a:lnTo>
                  <a:pt x="0" y="265239"/>
                </a:lnTo>
                <a:lnTo>
                  <a:pt x="22567" y="299008"/>
                </a:lnTo>
                <a:lnTo>
                  <a:pt x="39560" y="304800"/>
                </a:lnTo>
                <a:lnTo>
                  <a:pt x="1008189" y="304800"/>
                </a:lnTo>
                <a:lnTo>
                  <a:pt x="1041971" y="282232"/>
                </a:lnTo>
                <a:lnTo>
                  <a:pt x="1047750" y="265239"/>
                </a:lnTo>
                <a:lnTo>
                  <a:pt x="1047750" y="39560"/>
                </a:lnTo>
                <a:lnTo>
                  <a:pt x="1025182" y="5791"/>
                </a:lnTo>
                <a:lnTo>
                  <a:pt x="1014006" y="1155"/>
                </a:lnTo>
                <a:lnTo>
                  <a:pt x="1008189" y="0"/>
                </a:lnTo>
                <a:close/>
              </a:path>
            </a:pathLst>
          </a:custGeom>
          <a:solidFill>
            <a:srgbClr val="45070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43564" y="3315525"/>
            <a:ext cx="5329555" cy="990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0"/>
              </a:spcBef>
            </a:pPr>
            <a:r>
              <a:rPr dirty="0" sz="1250" spc="95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250" spc="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beginner-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friendly</a:t>
            </a:r>
            <a:r>
              <a:rPr dirty="0" sz="1250" spc="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guide</a:t>
            </a:r>
            <a:r>
              <a:rPr dirty="0" sz="1250" spc="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250" spc="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one</a:t>
            </a:r>
            <a:r>
              <a:rPr dirty="0" sz="1250" spc="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of</a:t>
            </a:r>
            <a:r>
              <a:rPr dirty="0" sz="1250" spc="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most</a:t>
            </a:r>
            <a:r>
              <a:rPr dirty="0" sz="1250" spc="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fundamental</a:t>
            </a:r>
            <a:r>
              <a:rPr dirty="0" sz="1250" spc="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85">
                <a:solidFill>
                  <a:srgbClr val="FFE5E5"/>
                </a:solidFill>
                <a:latin typeface="Tahoma"/>
                <a:cs typeface="Tahoma"/>
              </a:rPr>
              <a:t>concepts</a:t>
            </a:r>
            <a:r>
              <a:rPr dirty="0" sz="1250" spc="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in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Computer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Science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40"/>
              </a:spcBef>
            </a:pPr>
            <a:endParaRPr sz="1250">
              <a:latin typeface="Tahoma"/>
              <a:cs typeface="Tahoma"/>
            </a:endParaRPr>
          </a:p>
          <a:p>
            <a:pPr marL="10985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FFE5E5"/>
                </a:solidFill>
                <a:latin typeface="Tahoma"/>
                <a:cs typeface="Tahoma"/>
              </a:rPr>
              <a:t>BY</a:t>
            </a:r>
            <a:r>
              <a:rPr dirty="0" sz="100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E5E5"/>
                </a:solidFill>
                <a:latin typeface="Tahoma"/>
                <a:cs typeface="Tahoma"/>
              </a:rPr>
              <a:t>REVA</a:t>
            </a:r>
            <a:r>
              <a:rPr dirty="0" sz="100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FFE5E5"/>
                </a:solidFill>
                <a:latin typeface="Tahoma"/>
                <a:cs typeface="Tahoma"/>
              </a:rPr>
              <a:t>DASS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992862" y="5626804"/>
            <a:ext cx="2569845" cy="760730"/>
            <a:chOff x="8992862" y="5626804"/>
            <a:chExt cx="2569845" cy="760730"/>
          </a:xfrm>
        </p:grpSpPr>
        <p:pic>
          <p:nvPicPr>
            <p:cNvPr id="7" name="object 7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8" name="object 8">
              <a:hlinkClick r:id="rId3"/>
            </p:cNvPr>
            <p:cNvSpPr/>
            <p:nvPr/>
          </p:nvSpPr>
          <p:spPr>
            <a:xfrm>
              <a:off x="9451098" y="5936275"/>
              <a:ext cx="1872614" cy="76835"/>
            </a:xfrm>
            <a:custGeom>
              <a:avLst/>
              <a:gdLst/>
              <a:ahLst/>
              <a:cxnLst/>
              <a:rect l="l" t="t" r="r" b="b"/>
              <a:pathLst>
                <a:path w="1872615" h="76835">
                  <a:moveTo>
                    <a:pt x="0" y="76814"/>
                  </a:moveTo>
                  <a:lnTo>
                    <a:pt x="69603" y="73639"/>
                  </a:lnTo>
                  <a:lnTo>
                    <a:pt x="59815" y="74085"/>
                  </a:lnTo>
                  <a:lnTo>
                    <a:pt x="43502" y="74829"/>
                  </a:lnTo>
                  <a:lnTo>
                    <a:pt x="40239" y="74978"/>
                  </a:lnTo>
                  <a:lnTo>
                    <a:pt x="69603" y="73639"/>
                  </a:lnTo>
                  <a:lnTo>
                    <a:pt x="81117" y="73114"/>
                  </a:lnTo>
                  <a:lnTo>
                    <a:pt x="109511" y="71818"/>
                  </a:lnTo>
                  <a:lnTo>
                    <a:pt x="145566" y="70174"/>
                  </a:lnTo>
                  <a:lnTo>
                    <a:pt x="180060" y="68601"/>
                  </a:lnTo>
                  <a:lnTo>
                    <a:pt x="187222" y="68256"/>
                  </a:lnTo>
                  <a:lnTo>
                    <a:pt x="235553" y="65555"/>
                  </a:lnTo>
                  <a:lnTo>
                    <a:pt x="279479" y="62624"/>
                  </a:lnTo>
                  <a:lnTo>
                    <a:pt x="338395" y="58307"/>
                  </a:lnTo>
                  <a:lnTo>
                    <a:pt x="381271" y="55035"/>
                  </a:lnTo>
                  <a:lnTo>
                    <a:pt x="391602" y="54249"/>
                  </a:lnTo>
                  <a:lnTo>
                    <a:pt x="418401" y="52278"/>
                  </a:lnTo>
                  <a:lnTo>
                    <a:pt x="455373" y="49708"/>
                  </a:lnTo>
                  <a:lnTo>
                    <a:pt x="496225" y="47122"/>
                  </a:lnTo>
                  <a:lnTo>
                    <a:pt x="505205" y="46562"/>
                  </a:lnTo>
                  <a:lnTo>
                    <a:pt x="527370" y="45045"/>
                  </a:lnTo>
                  <a:lnTo>
                    <a:pt x="555558" y="42812"/>
                  </a:lnTo>
                  <a:lnTo>
                    <a:pt x="582607" y="40106"/>
                  </a:lnTo>
                  <a:lnTo>
                    <a:pt x="588001" y="39479"/>
                  </a:lnTo>
                  <a:lnTo>
                    <a:pt x="601667" y="37952"/>
                  </a:lnTo>
                  <a:lnTo>
                    <a:pt x="642781" y="34021"/>
                  </a:lnTo>
                  <a:lnTo>
                    <a:pt x="682818" y="32365"/>
                  </a:lnTo>
                  <a:lnTo>
                    <a:pt x="686262" y="32365"/>
                  </a:lnTo>
                  <a:lnTo>
                    <a:pt x="695286" y="32365"/>
                  </a:lnTo>
                  <a:lnTo>
                    <a:pt x="789435" y="32365"/>
                  </a:lnTo>
                  <a:lnTo>
                    <a:pt x="791900" y="32349"/>
                  </a:lnTo>
                  <a:lnTo>
                    <a:pt x="837006" y="29109"/>
                  </a:lnTo>
                  <a:lnTo>
                    <a:pt x="851905" y="26654"/>
                  </a:lnTo>
                  <a:lnTo>
                    <a:pt x="859900" y="25466"/>
                  </a:lnTo>
                  <a:lnTo>
                    <a:pt x="907535" y="21960"/>
                  </a:lnTo>
                  <a:lnTo>
                    <a:pt x="916967" y="21782"/>
                  </a:lnTo>
                  <a:lnTo>
                    <a:pt x="916967" y="21782"/>
                  </a:lnTo>
                  <a:lnTo>
                    <a:pt x="966367" y="21782"/>
                  </a:lnTo>
                  <a:lnTo>
                    <a:pt x="968659" y="21779"/>
                  </a:lnTo>
                  <a:lnTo>
                    <a:pt x="1008132" y="20562"/>
                  </a:lnTo>
                  <a:lnTo>
                    <a:pt x="1020236" y="19136"/>
                  </a:lnTo>
                  <a:lnTo>
                    <a:pt x="1026328" y="18450"/>
                  </a:lnTo>
                  <a:lnTo>
                    <a:pt x="1034851" y="17699"/>
                  </a:lnTo>
                  <a:lnTo>
                    <a:pt x="1044468" y="17207"/>
                  </a:lnTo>
                  <a:lnTo>
                    <a:pt x="1046740" y="17142"/>
                  </a:lnTo>
                  <a:lnTo>
                    <a:pt x="1052922" y="16946"/>
                  </a:lnTo>
                  <a:lnTo>
                    <a:pt x="1062066" y="16615"/>
                  </a:lnTo>
                  <a:lnTo>
                    <a:pt x="1073222" y="16148"/>
                  </a:lnTo>
                  <a:lnTo>
                    <a:pt x="1075934" y="16036"/>
                  </a:lnTo>
                  <a:lnTo>
                    <a:pt x="1083070" y="15790"/>
                  </a:lnTo>
                  <a:lnTo>
                    <a:pt x="1093131" y="15544"/>
                  </a:lnTo>
                  <a:lnTo>
                    <a:pt x="1104619" y="15432"/>
                  </a:lnTo>
                  <a:lnTo>
                    <a:pt x="1107302" y="15432"/>
                  </a:lnTo>
                  <a:lnTo>
                    <a:pt x="1114382" y="15432"/>
                  </a:lnTo>
                  <a:lnTo>
                    <a:pt x="1199288" y="15432"/>
                  </a:lnTo>
                  <a:lnTo>
                    <a:pt x="1201717" y="15416"/>
                  </a:lnTo>
                  <a:lnTo>
                    <a:pt x="1208515" y="15300"/>
                  </a:lnTo>
                  <a:lnTo>
                    <a:pt x="1218953" y="14986"/>
                  </a:lnTo>
                  <a:lnTo>
                    <a:pt x="1232300" y="14374"/>
                  </a:lnTo>
                  <a:lnTo>
                    <a:pt x="1235644" y="14209"/>
                  </a:lnTo>
                  <a:lnTo>
                    <a:pt x="1244495" y="13845"/>
                  </a:lnTo>
                  <a:lnTo>
                    <a:pt x="1257081" y="13481"/>
                  </a:lnTo>
                  <a:lnTo>
                    <a:pt x="1271629" y="13316"/>
                  </a:lnTo>
                  <a:lnTo>
                    <a:pt x="1275015" y="13316"/>
                  </a:lnTo>
                  <a:lnTo>
                    <a:pt x="1283779" y="13316"/>
                  </a:lnTo>
                  <a:lnTo>
                    <a:pt x="1295829" y="13316"/>
                  </a:lnTo>
                  <a:lnTo>
                    <a:pt x="1309074" y="13316"/>
                  </a:lnTo>
                  <a:lnTo>
                    <a:pt x="1312135" y="13315"/>
                  </a:lnTo>
                  <a:lnTo>
                    <a:pt x="1350779" y="13239"/>
                  </a:lnTo>
                  <a:lnTo>
                    <a:pt x="1386791" y="12047"/>
                  </a:lnTo>
                  <a:lnTo>
                    <a:pt x="1393720" y="11702"/>
                  </a:lnTo>
                  <a:lnTo>
                    <a:pt x="1403047" y="11357"/>
                  </a:lnTo>
                  <a:lnTo>
                    <a:pt x="1412954" y="11200"/>
                  </a:lnTo>
                  <a:lnTo>
                    <a:pt x="1415282" y="11200"/>
                  </a:lnTo>
                  <a:lnTo>
                    <a:pt x="1421987" y="11200"/>
                  </a:lnTo>
                  <a:lnTo>
                    <a:pt x="1567261" y="11200"/>
                  </a:lnTo>
                  <a:lnTo>
                    <a:pt x="1569876" y="11183"/>
                  </a:lnTo>
                  <a:lnTo>
                    <a:pt x="1576789" y="11064"/>
                  </a:lnTo>
                  <a:lnTo>
                    <a:pt x="1586604" y="10741"/>
                  </a:lnTo>
                  <a:lnTo>
                    <a:pt x="1597925" y="10112"/>
                  </a:lnTo>
                  <a:lnTo>
                    <a:pt x="1600968" y="9900"/>
                  </a:lnTo>
                  <a:lnTo>
                    <a:pt x="1610661" y="9234"/>
                  </a:lnTo>
                  <a:lnTo>
                    <a:pt x="1653381" y="6354"/>
                  </a:lnTo>
                  <a:lnTo>
                    <a:pt x="1700155" y="3900"/>
                  </a:lnTo>
                  <a:lnTo>
                    <a:pt x="1729485" y="3113"/>
                  </a:lnTo>
                  <a:lnTo>
                    <a:pt x="1742767" y="2801"/>
                  </a:lnTo>
                  <a:lnTo>
                    <a:pt x="1760601" y="2234"/>
                  </a:lnTo>
                  <a:lnTo>
                    <a:pt x="1779465" y="1375"/>
                  </a:lnTo>
                  <a:lnTo>
                    <a:pt x="1783553" y="1162"/>
                  </a:lnTo>
                  <a:lnTo>
                    <a:pt x="1793966" y="693"/>
                  </a:lnTo>
                  <a:lnTo>
                    <a:pt x="1807924" y="221"/>
                  </a:lnTo>
                  <a:lnTo>
                    <a:pt x="1822649" y="0"/>
                  </a:lnTo>
                  <a:lnTo>
                    <a:pt x="1825842" y="0"/>
                  </a:lnTo>
                  <a:lnTo>
                    <a:pt x="1834013" y="10"/>
                  </a:lnTo>
                  <a:lnTo>
                    <a:pt x="1845049" y="47"/>
                  </a:lnTo>
                  <a:lnTo>
                    <a:pt x="1856840" y="127"/>
                  </a:lnTo>
                  <a:lnTo>
                    <a:pt x="1872125" y="270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220404" y="5854345"/>
              <a:ext cx="2066925" cy="241300"/>
            </a:xfrm>
            <a:custGeom>
              <a:avLst/>
              <a:gdLst/>
              <a:ahLst/>
              <a:cxnLst/>
              <a:rect l="l" t="t" r="r" b="b"/>
              <a:pathLst>
                <a:path w="2066925" h="241300">
                  <a:moveTo>
                    <a:pt x="0" y="0"/>
                  </a:moveTo>
                  <a:lnTo>
                    <a:pt x="54110" y="13756"/>
                  </a:lnTo>
                  <a:lnTo>
                    <a:pt x="46501" y="11822"/>
                  </a:lnTo>
                  <a:lnTo>
                    <a:pt x="33819" y="8597"/>
                  </a:lnTo>
                  <a:lnTo>
                    <a:pt x="31282" y="7953"/>
                  </a:lnTo>
                  <a:lnTo>
                    <a:pt x="54110" y="13756"/>
                  </a:lnTo>
                  <a:lnTo>
                    <a:pt x="63291" y="16089"/>
                  </a:lnTo>
                  <a:lnTo>
                    <a:pt x="86971" y="22101"/>
                  </a:lnTo>
                  <a:lnTo>
                    <a:pt x="119360" y="30312"/>
                  </a:lnTo>
                  <a:lnTo>
                    <a:pt x="154667" y="39243"/>
                  </a:lnTo>
                  <a:lnTo>
                    <a:pt x="162520" y="41228"/>
                  </a:lnTo>
                  <a:lnTo>
                    <a:pt x="182657" y="46326"/>
                  </a:lnTo>
                  <a:lnTo>
                    <a:pt x="209943" y="53254"/>
                  </a:lnTo>
                  <a:lnTo>
                    <a:pt x="239245" y="60725"/>
                  </a:lnTo>
                  <a:lnTo>
                    <a:pt x="246000" y="62434"/>
                  </a:lnTo>
                  <a:lnTo>
                    <a:pt x="264685" y="67085"/>
                  </a:lnTo>
                  <a:lnTo>
                    <a:pt x="292932" y="73961"/>
                  </a:lnTo>
                  <a:lnTo>
                    <a:pt x="328371" y="82347"/>
                  </a:lnTo>
                  <a:lnTo>
                    <a:pt x="336775" y="84305"/>
                  </a:lnTo>
                  <a:lnTo>
                    <a:pt x="357353" y="89111"/>
                  </a:lnTo>
                  <a:lnTo>
                    <a:pt x="407240" y="100851"/>
                  </a:lnTo>
                  <a:lnTo>
                    <a:pt x="460249" y="113903"/>
                  </a:lnTo>
                  <a:lnTo>
                    <a:pt x="464582" y="114990"/>
                  </a:lnTo>
                  <a:lnTo>
                    <a:pt x="476063" y="117789"/>
                  </a:lnTo>
                  <a:lnTo>
                    <a:pt x="492415" y="121606"/>
                  </a:lnTo>
                  <a:lnTo>
                    <a:pt x="511361" y="125744"/>
                  </a:lnTo>
                  <a:lnTo>
                    <a:pt x="515798" y="126677"/>
                  </a:lnTo>
                  <a:lnTo>
                    <a:pt x="527371" y="129143"/>
                  </a:lnTo>
                  <a:lnTo>
                    <a:pt x="543474" y="132640"/>
                  </a:lnTo>
                  <a:lnTo>
                    <a:pt x="561504" y="136668"/>
                  </a:lnTo>
                  <a:lnTo>
                    <a:pt x="565585" y="137558"/>
                  </a:lnTo>
                  <a:lnTo>
                    <a:pt x="576027" y="139660"/>
                  </a:lnTo>
                  <a:lnTo>
                    <a:pt x="590131" y="142127"/>
                  </a:lnTo>
                  <a:lnTo>
                    <a:pt x="605195" y="144106"/>
                  </a:lnTo>
                  <a:lnTo>
                    <a:pt x="608452" y="144432"/>
                  </a:lnTo>
                  <a:lnTo>
                    <a:pt x="616601" y="145260"/>
                  </a:lnTo>
                  <a:lnTo>
                    <a:pt x="657004" y="149694"/>
                  </a:lnTo>
                  <a:lnTo>
                    <a:pt x="705408" y="156654"/>
                  </a:lnTo>
                  <a:lnTo>
                    <a:pt x="740702" y="163921"/>
                  </a:lnTo>
                  <a:lnTo>
                    <a:pt x="743975" y="164601"/>
                  </a:lnTo>
                  <a:lnTo>
                    <a:pt x="781859" y="172132"/>
                  </a:lnTo>
                  <a:lnTo>
                    <a:pt x="815033" y="177286"/>
                  </a:lnTo>
                  <a:lnTo>
                    <a:pt x="822173" y="178417"/>
                  </a:lnTo>
                  <a:lnTo>
                    <a:pt x="832812" y="180444"/>
                  </a:lnTo>
                  <a:lnTo>
                    <a:pt x="845918" y="183483"/>
                  </a:lnTo>
                  <a:lnTo>
                    <a:pt x="849146" y="184306"/>
                  </a:lnTo>
                  <a:lnTo>
                    <a:pt x="857755" y="186478"/>
                  </a:lnTo>
                  <a:lnTo>
                    <a:pt x="896754" y="195871"/>
                  </a:lnTo>
                  <a:lnTo>
                    <a:pt x="924158" y="201194"/>
                  </a:lnTo>
                  <a:lnTo>
                    <a:pt x="931328" y="202504"/>
                  </a:lnTo>
                  <a:lnTo>
                    <a:pt x="970703" y="211803"/>
                  </a:lnTo>
                  <a:lnTo>
                    <a:pt x="987429" y="216325"/>
                  </a:lnTo>
                  <a:lnTo>
                    <a:pt x="995924" y="218647"/>
                  </a:lnTo>
                  <a:lnTo>
                    <a:pt x="1039249" y="229422"/>
                  </a:lnTo>
                  <a:lnTo>
                    <a:pt x="1052324" y="231165"/>
                  </a:lnTo>
                  <a:lnTo>
                    <a:pt x="1058394" y="231903"/>
                  </a:lnTo>
                  <a:lnTo>
                    <a:pt x="1066527" y="233088"/>
                  </a:lnTo>
                  <a:lnTo>
                    <a:pt x="1075099" y="234680"/>
                  </a:lnTo>
                  <a:lnTo>
                    <a:pt x="1077038" y="235082"/>
                  </a:lnTo>
                  <a:lnTo>
                    <a:pt x="1082363" y="236112"/>
                  </a:lnTo>
                  <a:lnTo>
                    <a:pt x="1129015" y="241128"/>
                  </a:lnTo>
                  <a:lnTo>
                    <a:pt x="1157701" y="241290"/>
                  </a:lnTo>
                  <a:lnTo>
                    <a:pt x="1160097" y="241290"/>
                  </a:lnTo>
                  <a:lnTo>
                    <a:pt x="1166362" y="241290"/>
                  </a:lnTo>
                  <a:lnTo>
                    <a:pt x="1175114" y="241290"/>
                  </a:lnTo>
                  <a:lnTo>
                    <a:pt x="1184969" y="241290"/>
                  </a:lnTo>
                  <a:lnTo>
                    <a:pt x="1187250" y="241289"/>
                  </a:lnTo>
                  <a:lnTo>
                    <a:pt x="1228209" y="240326"/>
                  </a:lnTo>
                  <a:lnTo>
                    <a:pt x="1239807" y="238798"/>
                  </a:lnTo>
                  <a:lnTo>
                    <a:pt x="1245806" y="238071"/>
                  </a:lnTo>
                  <a:lnTo>
                    <a:pt x="1254650" y="237317"/>
                  </a:lnTo>
                  <a:lnTo>
                    <a:pt x="1265394" y="236908"/>
                  </a:lnTo>
                  <a:lnTo>
                    <a:pt x="1268008" y="236854"/>
                  </a:lnTo>
                  <a:lnTo>
                    <a:pt x="1274926" y="236588"/>
                  </a:lnTo>
                  <a:lnTo>
                    <a:pt x="1316576" y="231930"/>
                  </a:lnTo>
                  <a:lnTo>
                    <a:pt x="1354174" y="224934"/>
                  </a:lnTo>
                  <a:lnTo>
                    <a:pt x="1375549" y="219807"/>
                  </a:lnTo>
                  <a:lnTo>
                    <a:pt x="1386845" y="217035"/>
                  </a:lnTo>
                  <a:lnTo>
                    <a:pt x="1402844" y="213200"/>
                  </a:lnTo>
                  <a:lnTo>
                    <a:pt x="1421231" y="208941"/>
                  </a:lnTo>
                  <a:lnTo>
                    <a:pt x="1425526" y="207942"/>
                  </a:lnTo>
                  <a:lnTo>
                    <a:pt x="1436777" y="205202"/>
                  </a:lnTo>
                  <a:lnTo>
                    <a:pt x="1452537" y="201110"/>
                  </a:lnTo>
                  <a:lnTo>
                    <a:pt x="1470356" y="196056"/>
                  </a:lnTo>
                  <a:lnTo>
                    <a:pt x="1474474" y="194852"/>
                  </a:lnTo>
                  <a:lnTo>
                    <a:pt x="1485267" y="191836"/>
                  </a:lnTo>
                  <a:lnTo>
                    <a:pt x="1532104" y="181396"/>
                  </a:lnTo>
                  <a:lnTo>
                    <a:pt x="1569498" y="178166"/>
                  </a:lnTo>
                  <a:lnTo>
                    <a:pt x="1583199" y="176965"/>
                  </a:lnTo>
                  <a:lnTo>
                    <a:pt x="1638089" y="168732"/>
                  </a:lnTo>
                  <a:lnTo>
                    <a:pt x="1689949" y="158401"/>
                  </a:lnTo>
                  <a:lnTo>
                    <a:pt x="1716496" y="152248"/>
                  </a:lnTo>
                  <a:lnTo>
                    <a:pt x="1727786" y="149611"/>
                  </a:lnTo>
                  <a:lnTo>
                    <a:pt x="1743551" y="146205"/>
                  </a:lnTo>
                  <a:lnTo>
                    <a:pt x="1761292" y="142838"/>
                  </a:lnTo>
                  <a:lnTo>
                    <a:pt x="1765669" y="142044"/>
                  </a:lnTo>
                  <a:lnTo>
                    <a:pt x="1778417" y="139562"/>
                  </a:lnTo>
                  <a:lnTo>
                    <a:pt x="1826706" y="128936"/>
                  </a:lnTo>
                  <a:lnTo>
                    <a:pt x="1871504" y="118196"/>
                  </a:lnTo>
                  <a:lnTo>
                    <a:pt x="1924520" y="103951"/>
                  </a:lnTo>
                  <a:lnTo>
                    <a:pt x="1966136" y="90793"/>
                  </a:lnTo>
                  <a:lnTo>
                    <a:pt x="2003413" y="78275"/>
                  </a:lnTo>
                  <a:lnTo>
                    <a:pt x="2007477" y="76874"/>
                  </a:lnTo>
                  <a:lnTo>
                    <a:pt x="2017888" y="73343"/>
                  </a:lnTo>
                  <a:lnTo>
                    <a:pt x="2031975" y="68693"/>
                  </a:lnTo>
                  <a:lnTo>
                    <a:pt x="2047067" y="63934"/>
                  </a:lnTo>
                  <a:lnTo>
                    <a:pt x="2066671" y="57964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>
              <a:hlinkClick r:id="rId3"/>
            </p:cNvPr>
            <p:cNvSpPr/>
            <p:nvPr/>
          </p:nvSpPr>
          <p:spPr>
            <a:xfrm>
              <a:off x="9413003" y="6054709"/>
              <a:ext cx="1922145" cy="105410"/>
            </a:xfrm>
            <a:custGeom>
              <a:avLst/>
              <a:gdLst/>
              <a:ahLst/>
              <a:cxnLst/>
              <a:rect l="l" t="t" r="r" b="b"/>
              <a:pathLst>
                <a:path w="1922145" h="105410">
                  <a:moveTo>
                    <a:pt x="0" y="104423"/>
                  </a:moveTo>
                  <a:lnTo>
                    <a:pt x="95678" y="104824"/>
                  </a:lnTo>
                  <a:lnTo>
                    <a:pt x="55314" y="104655"/>
                  </a:lnTo>
                  <a:lnTo>
                    <a:pt x="95678" y="104824"/>
                  </a:lnTo>
                  <a:lnTo>
                    <a:pt x="112087" y="104835"/>
                  </a:lnTo>
                  <a:lnTo>
                    <a:pt x="155191" y="104616"/>
                  </a:lnTo>
                  <a:lnTo>
                    <a:pt x="215807" y="103786"/>
                  </a:lnTo>
                  <a:lnTo>
                    <a:pt x="284749" y="101962"/>
                  </a:lnTo>
                  <a:lnTo>
                    <a:pt x="340202" y="99796"/>
                  </a:lnTo>
                  <a:lnTo>
                    <a:pt x="393104" y="97404"/>
                  </a:lnTo>
                  <a:lnTo>
                    <a:pt x="448199" y="94419"/>
                  </a:lnTo>
                  <a:lnTo>
                    <a:pt x="487324" y="91981"/>
                  </a:lnTo>
                  <a:lnTo>
                    <a:pt x="551021" y="87756"/>
                  </a:lnTo>
                  <a:lnTo>
                    <a:pt x="556789" y="87353"/>
                  </a:lnTo>
                  <a:lnTo>
                    <a:pt x="572590" y="86323"/>
                  </a:lnTo>
                  <a:lnTo>
                    <a:pt x="596170" y="84929"/>
                  </a:lnTo>
                  <a:lnTo>
                    <a:pt x="625277" y="83436"/>
                  </a:lnTo>
                  <a:lnTo>
                    <a:pt x="632282" y="83099"/>
                  </a:lnTo>
                  <a:lnTo>
                    <a:pt x="650198" y="82194"/>
                  </a:lnTo>
                  <a:lnTo>
                    <a:pt x="674377" y="80878"/>
                  </a:lnTo>
                  <a:lnTo>
                    <a:pt x="700170" y="79309"/>
                  </a:lnTo>
                  <a:lnTo>
                    <a:pt x="705740" y="78950"/>
                  </a:lnTo>
                  <a:lnTo>
                    <a:pt x="719679" y="78077"/>
                  </a:lnTo>
                  <a:lnTo>
                    <a:pt x="759931" y="75850"/>
                  </a:lnTo>
                  <a:lnTo>
                    <a:pt x="802409" y="74858"/>
                  </a:lnTo>
                  <a:lnTo>
                    <a:pt x="848410" y="74791"/>
                  </a:lnTo>
                  <a:lnTo>
                    <a:pt x="852302" y="74791"/>
                  </a:lnTo>
                  <a:lnTo>
                    <a:pt x="862962" y="74791"/>
                  </a:lnTo>
                  <a:lnTo>
                    <a:pt x="1080223" y="74791"/>
                  </a:lnTo>
                  <a:lnTo>
                    <a:pt x="1082759" y="74785"/>
                  </a:lnTo>
                  <a:lnTo>
                    <a:pt x="1128073" y="73780"/>
                  </a:lnTo>
                  <a:lnTo>
                    <a:pt x="1140401" y="73233"/>
                  </a:lnTo>
                  <a:lnTo>
                    <a:pt x="1146491" y="73006"/>
                  </a:lnTo>
                  <a:lnTo>
                    <a:pt x="1155169" y="72778"/>
                  </a:lnTo>
                  <a:lnTo>
                    <a:pt x="1165234" y="72675"/>
                  </a:lnTo>
                  <a:lnTo>
                    <a:pt x="1167578" y="72675"/>
                  </a:lnTo>
                  <a:lnTo>
                    <a:pt x="1173627" y="72675"/>
                  </a:lnTo>
                  <a:lnTo>
                    <a:pt x="1190948" y="72675"/>
                  </a:lnTo>
                  <a:lnTo>
                    <a:pt x="1241149" y="72675"/>
                  </a:lnTo>
                  <a:lnTo>
                    <a:pt x="1266017" y="72675"/>
                  </a:lnTo>
                  <a:lnTo>
                    <a:pt x="1289620" y="72675"/>
                  </a:lnTo>
                  <a:lnTo>
                    <a:pt x="1312481" y="72675"/>
                  </a:lnTo>
                  <a:lnTo>
                    <a:pt x="1443266" y="72675"/>
                  </a:lnTo>
                  <a:lnTo>
                    <a:pt x="1446092" y="72657"/>
                  </a:lnTo>
                  <a:lnTo>
                    <a:pt x="1491615" y="69754"/>
                  </a:lnTo>
                  <a:lnTo>
                    <a:pt x="1548254" y="60884"/>
                  </a:lnTo>
                  <a:lnTo>
                    <a:pt x="1557596" y="59355"/>
                  </a:lnTo>
                  <a:lnTo>
                    <a:pt x="1581590" y="55756"/>
                  </a:lnTo>
                  <a:lnTo>
                    <a:pt x="1614190" y="51572"/>
                  </a:lnTo>
                  <a:lnTo>
                    <a:pt x="1649350" y="48285"/>
                  </a:lnTo>
                  <a:lnTo>
                    <a:pt x="1656911" y="47709"/>
                  </a:lnTo>
                  <a:lnTo>
                    <a:pt x="1675411" y="46025"/>
                  </a:lnTo>
                  <a:lnTo>
                    <a:pt x="1698576" y="43297"/>
                  </a:lnTo>
                  <a:lnTo>
                    <a:pt x="1720134" y="39586"/>
                  </a:lnTo>
                  <a:lnTo>
                    <a:pt x="1724478" y="38621"/>
                  </a:lnTo>
                  <a:lnTo>
                    <a:pt x="1736225" y="36041"/>
                  </a:lnTo>
                  <a:lnTo>
                    <a:pt x="1774215" y="27945"/>
                  </a:lnTo>
                  <a:lnTo>
                    <a:pt x="1826289" y="18211"/>
                  </a:lnTo>
                  <a:lnTo>
                    <a:pt x="1830068" y="17592"/>
                  </a:lnTo>
                  <a:lnTo>
                    <a:pt x="1839366" y="16007"/>
                  </a:lnTo>
                  <a:lnTo>
                    <a:pt x="1878591" y="7249"/>
                  </a:lnTo>
                  <a:lnTo>
                    <a:pt x="1887832" y="4299"/>
                  </a:lnTo>
                  <a:lnTo>
                    <a:pt x="1900273" y="0"/>
                  </a:lnTo>
                  <a:lnTo>
                    <a:pt x="1910988" y="4589"/>
                  </a:lnTo>
                  <a:lnTo>
                    <a:pt x="1921701" y="9178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53757" rIns="0" bIns="0" rtlCol="0" vert="horz">
            <a:spAutoFit/>
          </a:bodyPr>
          <a:lstStyle/>
          <a:p>
            <a:pPr marL="4298950">
              <a:lnSpc>
                <a:spcPct val="100000"/>
              </a:lnSpc>
              <a:spcBef>
                <a:spcPts val="125"/>
              </a:spcBef>
            </a:pPr>
            <a:r>
              <a:rPr dirty="0" spc="605"/>
              <a:t>What</a:t>
            </a:r>
            <a:r>
              <a:rPr dirty="0" spc="-254"/>
              <a:t> </a:t>
            </a:r>
            <a:r>
              <a:rPr dirty="0" spc="565"/>
              <a:t>is</a:t>
            </a:r>
            <a:r>
              <a:rPr dirty="0" spc="-260"/>
              <a:t> </a:t>
            </a:r>
            <a:r>
              <a:rPr dirty="0" spc="630"/>
              <a:t>a</a:t>
            </a:r>
            <a:r>
              <a:rPr dirty="0" spc="-254"/>
              <a:t> </a:t>
            </a:r>
            <a:r>
              <a:rPr dirty="0" spc="740"/>
              <a:t>Stack?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43553" y="1858200"/>
            <a:ext cx="6009640" cy="8159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130"/>
              </a:spcBef>
            </a:pPr>
            <a:r>
              <a:rPr dirty="0" sz="1250" spc="95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85" b="1">
                <a:solidFill>
                  <a:srgbClr val="FFE5E5"/>
                </a:solidFill>
                <a:latin typeface="Trebuchet MS"/>
                <a:cs typeface="Trebuchet MS"/>
              </a:rPr>
              <a:t>Stack</a:t>
            </a:r>
            <a:r>
              <a:rPr dirty="0" sz="1250" spc="-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is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linear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data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structure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that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stores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elements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in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FFE5E5"/>
                </a:solidFill>
                <a:latin typeface="Tahoma"/>
                <a:cs typeface="Tahoma"/>
              </a:rPr>
              <a:t>specific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order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25">
                <a:solidFill>
                  <a:srgbClr val="FFE5E5"/>
                </a:solidFill>
                <a:latin typeface="Tahoma"/>
                <a:cs typeface="Tahoma"/>
              </a:rPr>
              <a:t>4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just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like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FFE5E5"/>
                </a:solidFill>
                <a:latin typeface="Tahoma"/>
                <a:cs typeface="Tahoma"/>
              </a:rPr>
              <a:t>stack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of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plates!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You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FFE5E5"/>
                </a:solidFill>
                <a:latin typeface="Tahoma"/>
                <a:cs typeface="Tahoma"/>
              </a:rPr>
              <a:t>can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only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85">
                <a:solidFill>
                  <a:srgbClr val="FFE5E5"/>
                </a:solidFill>
                <a:latin typeface="Tahoma"/>
                <a:cs typeface="Tahoma"/>
              </a:rPr>
              <a:t>add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or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remove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plate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from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top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.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You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cannot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90">
                <a:solidFill>
                  <a:srgbClr val="FFE5E5"/>
                </a:solidFill>
                <a:latin typeface="Tahoma"/>
                <a:cs typeface="Tahoma"/>
              </a:rPr>
              <a:t>access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items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from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middle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or </a:t>
            </a:r>
            <a:r>
              <a:rPr dirty="0" sz="1250" spc="75">
                <a:solidFill>
                  <a:srgbClr val="FFE5E5"/>
                </a:solidFill>
                <a:latin typeface="Tahoma"/>
                <a:cs typeface="Tahoma"/>
              </a:rPr>
              <a:t>bottom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directly.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57750" y="2886074"/>
            <a:ext cx="2914650" cy="1257300"/>
            <a:chOff x="4857750" y="2886074"/>
            <a:chExt cx="2914650" cy="1257300"/>
          </a:xfrm>
        </p:grpSpPr>
        <p:sp>
          <p:nvSpPr>
            <p:cNvPr id="6" name="object 6"/>
            <p:cNvSpPr/>
            <p:nvPr/>
          </p:nvSpPr>
          <p:spPr>
            <a:xfrm>
              <a:off x="4862512" y="2890837"/>
              <a:ext cx="2905125" cy="1247775"/>
            </a:xfrm>
            <a:custGeom>
              <a:avLst/>
              <a:gdLst/>
              <a:ahLst/>
              <a:cxnLst/>
              <a:rect l="l" t="t" r="r" b="b"/>
              <a:pathLst>
                <a:path w="2905125" h="1247775">
                  <a:moveTo>
                    <a:pt x="28563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06"/>
                  </a:lnTo>
                  <a:lnTo>
                    <a:pt x="0" y="1195527"/>
                  </a:lnTo>
                  <a:lnTo>
                    <a:pt x="0" y="1198956"/>
                  </a:lnTo>
                  <a:lnTo>
                    <a:pt x="17729" y="1234897"/>
                  </a:lnTo>
                  <a:lnTo>
                    <a:pt x="48818" y="1247775"/>
                  </a:lnTo>
                  <a:lnTo>
                    <a:pt x="2856306" y="1247775"/>
                  </a:lnTo>
                  <a:lnTo>
                    <a:pt x="2892247" y="1230045"/>
                  </a:lnTo>
                  <a:lnTo>
                    <a:pt x="2905125" y="1198956"/>
                  </a:lnTo>
                  <a:lnTo>
                    <a:pt x="2905125" y="48806"/>
                  </a:lnTo>
                  <a:lnTo>
                    <a:pt x="2887395" y="12877"/>
                  </a:lnTo>
                  <a:lnTo>
                    <a:pt x="2859709" y="330"/>
                  </a:lnTo>
                  <a:lnTo>
                    <a:pt x="2856306" y="0"/>
                  </a:lnTo>
                  <a:close/>
                </a:path>
              </a:pathLst>
            </a:custGeom>
            <a:solidFill>
              <a:srgbClr val="730A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862512" y="2890837"/>
              <a:ext cx="2905125" cy="1247775"/>
            </a:xfrm>
            <a:custGeom>
              <a:avLst/>
              <a:gdLst/>
              <a:ahLst/>
              <a:cxnLst/>
              <a:rect l="l" t="t" r="r" b="b"/>
              <a:pathLst>
                <a:path w="2905125" h="1247775">
                  <a:moveTo>
                    <a:pt x="0" y="119552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0" y="45415"/>
                  </a:lnTo>
                  <a:lnTo>
                    <a:pt x="1003" y="42049"/>
                  </a:lnTo>
                  <a:lnTo>
                    <a:pt x="1676" y="38684"/>
                  </a:lnTo>
                  <a:lnTo>
                    <a:pt x="2667" y="35420"/>
                  </a:lnTo>
                  <a:lnTo>
                    <a:pt x="3975" y="32258"/>
                  </a:lnTo>
                  <a:lnTo>
                    <a:pt x="5283" y="29083"/>
                  </a:lnTo>
                  <a:lnTo>
                    <a:pt x="35420" y="2667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2852877" y="0"/>
                  </a:lnTo>
                  <a:lnTo>
                    <a:pt x="2856306" y="0"/>
                  </a:lnTo>
                  <a:lnTo>
                    <a:pt x="2859709" y="330"/>
                  </a:lnTo>
                  <a:lnTo>
                    <a:pt x="2863075" y="1003"/>
                  </a:lnTo>
                  <a:lnTo>
                    <a:pt x="2866440" y="1676"/>
                  </a:lnTo>
                  <a:lnTo>
                    <a:pt x="2881896" y="8801"/>
                  </a:lnTo>
                  <a:lnTo>
                    <a:pt x="2884754" y="10706"/>
                  </a:lnTo>
                  <a:lnTo>
                    <a:pt x="2887395" y="12877"/>
                  </a:lnTo>
                  <a:lnTo>
                    <a:pt x="2889821" y="15303"/>
                  </a:lnTo>
                  <a:lnTo>
                    <a:pt x="2892247" y="17729"/>
                  </a:lnTo>
                  <a:lnTo>
                    <a:pt x="2901149" y="32258"/>
                  </a:lnTo>
                  <a:lnTo>
                    <a:pt x="2902458" y="35420"/>
                  </a:lnTo>
                  <a:lnTo>
                    <a:pt x="2903448" y="38684"/>
                  </a:lnTo>
                  <a:lnTo>
                    <a:pt x="2904121" y="42049"/>
                  </a:lnTo>
                  <a:lnTo>
                    <a:pt x="2904782" y="45415"/>
                  </a:lnTo>
                  <a:lnTo>
                    <a:pt x="2905125" y="48806"/>
                  </a:lnTo>
                  <a:lnTo>
                    <a:pt x="2905125" y="52247"/>
                  </a:lnTo>
                  <a:lnTo>
                    <a:pt x="2905125" y="1195527"/>
                  </a:lnTo>
                  <a:lnTo>
                    <a:pt x="2905125" y="1198956"/>
                  </a:lnTo>
                  <a:lnTo>
                    <a:pt x="2904782" y="1202359"/>
                  </a:lnTo>
                  <a:lnTo>
                    <a:pt x="2889821" y="1232471"/>
                  </a:lnTo>
                  <a:lnTo>
                    <a:pt x="2887395" y="1234897"/>
                  </a:lnTo>
                  <a:lnTo>
                    <a:pt x="2884754" y="1237068"/>
                  </a:lnTo>
                  <a:lnTo>
                    <a:pt x="2881896" y="1238973"/>
                  </a:lnTo>
                  <a:lnTo>
                    <a:pt x="2879051" y="1240878"/>
                  </a:lnTo>
                  <a:lnTo>
                    <a:pt x="2863075" y="1246771"/>
                  </a:lnTo>
                  <a:lnTo>
                    <a:pt x="2859709" y="1247444"/>
                  </a:lnTo>
                  <a:lnTo>
                    <a:pt x="2856306" y="1247775"/>
                  </a:lnTo>
                  <a:lnTo>
                    <a:pt x="2852877" y="1247775"/>
                  </a:lnTo>
                  <a:lnTo>
                    <a:pt x="52247" y="1247775"/>
                  </a:lnTo>
                  <a:lnTo>
                    <a:pt x="48818" y="1247775"/>
                  </a:lnTo>
                  <a:lnTo>
                    <a:pt x="45415" y="1247444"/>
                  </a:lnTo>
                  <a:lnTo>
                    <a:pt x="15303" y="1232471"/>
                  </a:lnTo>
                  <a:lnTo>
                    <a:pt x="12877" y="1230045"/>
                  </a:lnTo>
                  <a:lnTo>
                    <a:pt x="0" y="1198956"/>
                  </a:lnTo>
                  <a:lnTo>
                    <a:pt x="0" y="1195527"/>
                  </a:lnTo>
                  <a:close/>
                </a:path>
              </a:pathLst>
            </a:custGeom>
            <a:ln w="9525">
              <a:solidFill>
                <a:srgbClr val="8C23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015903" y="3041848"/>
            <a:ext cx="2583815" cy="889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405">
                <a:latin typeface="Times New Roman"/>
                <a:cs typeface="Times New Roman"/>
              </a:rPr>
              <a:t>Æ</a:t>
            </a:r>
            <a:r>
              <a:rPr dirty="0" sz="1900" spc="-200">
                <a:latin typeface="Times New Roman"/>
                <a:cs typeface="Times New Roman"/>
              </a:rPr>
              <a:t> </a:t>
            </a:r>
            <a:r>
              <a:rPr dirty="0" sz="1650" spc="325">
                <a:solidFill>
                  <a:srgbClr val="FFE5E5"/>
                </a:solidFill>
                <a:latin typeface="Arial MT"/>
                <a:cs typeface="Arial MT"/>
              </a:rPr>
              <a:t>Linear</a:t>
            </a:r>
            <a:r>
              <a:rPr dirty="0" sz="1650" spc="-12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40">
                <a:solidFill>
                  <a:srgbClr val="FFE5E5"/>
                </a:solidFill>
                <a:latin typeface="Arial MT"/>
                <a:cs typeface="Arial MT"/>
              </a:rPr>
              <a:t>Structure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5000"/>
              </a:lnSpc>
              <a:spcBef>
                <a:spcPts val="470"/>
              </a:spcBef>
            </a:pP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Elements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are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arranged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one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on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top of</a:t>
            </a:r>
            <a:r>
              <a:rPr dirty="0" sz="1250" spc="-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another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43850" y="2886074"/>
            <a:ext cx="2914650" cy="1257300"/>
            <a:chOff x="7943850" y="2886074"/>
            <a:chExt cx="2914650" cy="1257300"/>
          </a:xfrm>
        </p:grpSpPr>
        <p:sp>
          <p:nvSpPr>
            <p:cNvPr id="10" name="object 10"/>
            <p:cNvSpPr/>
            <p:nvPr/>
          </p:nvSpPr>
          <p:spPr>
            <a:xfrm>
              <a:off x="7948612" y="2890837"/>
              <a:ext cx="2905125" cy="1247775"/>
            </a:xfrm>
            <a:custGeom>
              <a:avLst/>
              <a:gdLst/>
              <a:ahLst/>
              <a:cxnLst/>
              <a:rect l="l" t="t" r="r" b="b"/>
              <a:pathLst>
                <a:path w="2905125" h="1247775">
                  <a:moveTo>
                    <a:pt x="28563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06"/>
                  </a:lnTo>
                  <a:lnTo>
                    <a:pt x="0" y="1195527"/>
                  </a:lnTo>
                  <a:lnTo>
                    <a:pt x="0" y="1198956"/>
                  </a:lnTo>
                  <a:lnTo>
                    <a:pt x="17729" y="1234897"/>
                  </a:lnTo>
                  <a:lnTo>
                    <a:pt x="48818" y="1247775"/>
                  </a:lnTo>
                  <a:lnTo>
                    <a:pt x="2856306" y="1247775"/>
                  </a:lnTo>
                  <a:lnTo>
                    <a:pt x="2892247" y="1230045"/>
                  </a:lnTo>
                  <a:lnTo>
                    <a:pt x="2905125" y="1198956"/>
                  </a:lnTo>
                  <a:lnTo>
                    <a:pt x="2905125" y="48806"/>
                  </a:lnTo>
                  <a:lnTo>
                    <a:pt x="2887395" y="12877"/>
                  </a:lnTo>
                  <a:lnTo>
                    <a:pt x="2859709" y="330"/>
                  </a:lnTo>
                  <a:lnTo>
                    <a:pt x="2856306" y="0"/>
                  </a:lnTo>
                  <a:close/>
                </a:path>
              </a:pathLst>
            </a:custGeom>
            <a:solidFill>
              <a:srgbClr val="730A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948612" y="2890837"/>
              <a:ext cx="2905125" cy="1247775"/>
            </a:xfrm>
            <a:custGeom>
              <a:avLst/>
              <a:gdLst/>
              <a:ahLst/>
              <a:cxnLst/>
              <a:rect l="l" t="t" r="r" b="b"/>
              <a:pathLst>
                <a:path w="2905125" h="1247775">
                  <a:moveTo>
                    <a:pt x="0" y="119552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0" y="45415"/>
                  </a:lnTo>
                  <a:lnTo>
                    <a:pt x="1003" y="42049"/>
                  </a:lnTo>
                  <a:lnTo>
                    <a:pt x="1676" y="38684"/>
                  </a:lnTo>
                  <a:lnTo>
                    <a:pt x="2667" y="35420"/>
                  </a:lnTo>
                  <a:lnTo>
                    <a:pt x="3975" y="32258"/>
                  </a:lnTo>
                  <a:lnTo>
                    <a:pt x="5283" y="29083"/>
                  </a:lnTo>
                  <a:lnTo>
                    <a:pt x="6896" y="26073"/>
                  </a:lnTo>
                  <a:lnTo>
                    <a:pt x="8801" y="23215"/>
                  </a:lnTo>
                  <a:lnTo>
                    <a:pt x="10706" y="20370"/>
                  </a:lnTo>
                  <a:lnTo>
                    <a:pt x="12877" y="17729"/>
                  </a:lnTo>
                  <a:lnTo>
                    <a:pt x="15303" y="15303"/>
                  </a:lnTo>
                  <a:lnTo>
                    <a:pt x="17729" y="12877"/>
                  </a:lnTo>
                  <a:lnTo>
                    <a:pt x="42049" y="1003"/>
                  </a:lnTo>
                  <a:lnTo>
                    <a:pt x="45415" y="330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2852877" y="0"/>
                  </a:lnTo>
                  <a:lnTo>
                    <a:pt x="2856306" y="0"/>
                  </a:lnTo>
                  <a:lnTo>
                    <a:pt x="2859709" y="330"/>
                  </a:lnTo>
                  <a:lnTo>
                    <a:pt x="2863075" y="1003"/>
                  </a:lnTo>
                  <a:lnTo>
                    <a:pt x="2866440" y="1676"/>
                  </a:lnTo>
                  <a:lnTo>
                    <a:pt x="2889821" y="15303"/>
                  </a:lnTo>
                  <a:lnTo>
                    <a:pt x="2892247" y="17729"/>
                  </a:lnTo>
                  <a:lnTo>
                    <a:pt x="2905125" y="48806"/>
                  </a:lnTo>
                  <a:lnTo>
                    <a:pt x="2905125" y="52247"/>
                  </a:lnTo>
                  <a:lnTo>
                    <a:pt x="2905125" y="1195527"/>
                  </a:lnTo>
                  <a:lnTo>
                    <a:pt x="2905125" y="1198956"/>
                  </a:lnTo>
                  <a:lnTo>
                    <a:pt x="2904782" y="1202359"/>
                  </a:lnTo>
                  <a:lnTo>
                    <a:pt x="2889821" y="1232471"/>
                  </a:lnTo>
                  <a:lnTo>
                    <a:pt x="2887395" y="1234897"/>
                  </a:lnTo>
                  <a:lnTo>
                    <a:pt x="2884754" y="1237068"/>
                  </a:lnTo>
                  <a:lnTo>
                    <a:pt x="2881896" y="1238973"/>
                  </a:lnTo>
                  <a:lnTo>
                    <a:pt x="2879051" y="1240878"/>
                  </a:lnTo>
                  <a:lnTo>
                    <a:pt x="2863075" y="1246771"/>
                  </a:lnTo>
                  <a:lnTo>
                    <a:pt x="2859709" y="1247444"/>
                  </a:lnTo>
                  <a:lnTo>
                    <a:pt x="2856306" y="1247775"/>
                  </a:lnTo>
                  <a:lnTo>
                    <a:pt x="2852877" y="1247775"/>
                  </a:lnTo>
                  <a:lnTo>
                    <a:pt x="52247" y="1247775"/>
                  </a:lnTo>
                  <a:lnTo>
                    <a:pt x="48818" y="1247775"/>
                  </a:lnTo>
                  <a:lnTo>
                    <a:pt x="45415" y="1247444"/>
                  </a:lnTo>
                  <a:lnTo>
                    <a:pt x="42049" y="1246771"/>
                  </a:lnTo>
                  <a:lnTo>
                    <a:pt x="38684" y="1246098"/>
                  </a:lnTo>
                  <a:lnTo>
                    <a:pt x="15303" y="1232471"/>
                  </a:lnTo>
                  <a:lnTo>
                    <a:pt x="12877" y="1230045"/>
                  </a:lnTo>
                  <a:lnTo>
                    <a:pt x="1003" y="1205725"/>
                  </a:lnTo>
                  <a:lnTo>
                    <a:pt x="330" y="1202359"/>
                  </a:lnTo>
                  <a:lnTo>
                    <a:pt x="0" y="1198956"/>
                  </a:lnTo>
                  <a:lnTo>
                    <a:pt x="0" y="1195527"/>
                  </a:lnTo>
                  <a:close/>
                </a:path>
              </a:pathLst>
            </a:custGeom>
            <a:ln w="9525">
              <a:solidFill>
                <a:srgbClr val="8C23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099170" y="3041848"/>
            <a:ext cx="2439670" cy="889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20">
                <a:latin typeface="Times New Roman"/>
                <a:cs typeface="Times New Roman"/>
              </a:rPr>
              <a:t>__</a:t>
            </a:r>
            <a:r>
              <a:rPr dirty="0" sz="1900" spc="-185">
                <a:latin typeface="Times New Roman"/>
                <a:cs typeface="Times New Roman"/>
              </a:rPr>
              <a:t> </a:t>
            </a:r>
            <a:r>
              <a:rPr dirty="0" sz="1650" spc="310">
                <a:solidFill>
                  <a:srgbClr val="FFE5E5"/>
                </a:solidFill>
                <a:latin typeface="Arial MT"/>
                <a:cs typeface="Arial MT"/>
              </a:rPr>
              <a:t>Top</a:t>
            </a:r>
            <a:r>
              <a:rPr dirty="0" sz="1650" spc="-10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65">
                <a:solidFill>
                  <a:srgbClr val="FFE5E5"/>
                </a:solidFill>
                <a:latin typeface="Arial MT"/>
                <a:cs typeface="Arial MT"/>
              </a:rPr>
              <a:t>Access</a:t>
            </a:r>
            <a:r>
              <a:rPr dirty="0" sz="1650" spc="-10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254">
                <a:solidFill>
                  <a:srgbClr val="FFE5E5"/>
                </a:solidFill>
                <a:latin typeface="Arial MT"/>
                <a:cs typeface="Arial MT"/>
              </a:rPr>
              <a:t>Only</a:t>
            </a:r>
            <a:endParaRPr sz="1650">
              <a:latin typeface="Arial MT"/>
              <a:cs typeface="Arial MT"/>
            </a:endParaRPr>
          </a:p>
          <a:p>
            <a:pPr marL="12700" marR="268605">
              <a:lnSpc>
                <a:spcPct val="135000"/>
              </a:lnSpc>
              <a:spcBef>
                <a:spcPts val="470"/>
              </a:spcBef>
            </a:pP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Only</a:t>
            </a:r>
            <a:r>
              <a:rPr dirty="0" sz="1250" spc="-4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-4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FFE5E5"/>
                </a:solidFill>
                <a:latin typeface="Tahoma"/>
                <a:cs typeface="Tahoma"/>
              </a:rPr>
              <a:t>topmost</a:t>
            </a:r>
            <a:r>
              <a:rPr dirty="0" sz="1250" spc="-4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element</a:t>
            </a:r>
            <a:r>
              <a:rPr dirty="0" sz="1250" spc="-4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is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accessible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at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any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time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57750" y="4305300"/>
            <a:ext cx="6000750" cy="990600"/>
            <a:chOff x="4857750" y="4305300"/>
            <a:chExt cx="6000750" cy="990600"/>
          </a:xfrm>
        </p:grpSpPr>
        <p:sp>
          <p:nvSpPr>
            <p:cNvPr id="14" name="object 14"/>
            <p:cNvSpPr/>
            <p:nvPr/>
          </p:nvSpPr>
          <p:spPr>
            <a:xfrm>
              <a:off x="4862512" y="4310062"/>
              <a:ext cx="5991225" cy="981075"/>
            </a:xfrm>
            <a:custGeom>
              <a:avLst/>
              <a:gdLst/>
              <a:ahLst/>
              <a:cxnLst/>
              <a:rect l="l" t="t" r="r" b="b"/>
              <a:pathLst>
                <a:path w="5991225" h="981075">
                  <a:moveTo>
                    <a:pt x="5942406" y="0"/>
                  </a:moveTo>
                  <a:lnTo>
                    <a:pt x="48818" y="0"/>
                  </a:lnTo>
                  <a:lnTo>
                    <a:pt x="45415" y="330"/>
                  </a:lnTo>
                  <a:lnTo>
                    <a:pt x="10706" y="20370"/>
                  </a:lnTo>
                  <a:lnTo>
                    <a:pt x="0" y="48806"/>
                  </a:lnTo>
                  <a:lnTo>
                    <a:pt x="0" y="928827"/>
                  </a:lnTo>
                  <a:lnTo>
                    <a:pt x="0" y="932260"/>
                  </a:lnTo>
                  <a:lnTo>
                    <a:pt x="17729" y="968197"/>
                  </a:lnTo>
                  <a:lnTo>
                    <a:pt x="48818" y="981076"/>
                  </a:lnTo>
                  <a:lnTo>
                    <a:pt x="5942406" y="981076"/>
                  </a:lnTo>
                  <a:lnTo>
                    <a:pt x="5978347" y="963345"/>
                  </a:lnTo>
                  <a:lnTo>
                    <a:pt x="5991225" y="932260"/>
                  </a:lnTo>
                  <a:lnTo>
                    <a:pt x="5991225" y="48806"/>
                  </a:lnTo>
                  <a:lnTo>
                    <a:pt x="5973495" y="12877"/>
                  </a:lnTo>
                  <a:lnTo>
                    <a:pt x="5945809" y="330"/>
                  </a:lnTo>
                  <a:lnTo>
                    <a:pt x="5942406" y="0"/>
                  </a:lnTo>
                  <a:close/>
                </a:path>
              </a:pathLst>
            </a:custGeom>
            <a:solidFill>
              <a:srgbClr val="730A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862512" y="4310062"/>
              <a:ext cx="5991225" cy="981075"/>
            </a:xfrm>
            <a:custGeom>
              <a:avLst/>
              <a:gdLst/>
              <a:ahLst/>
              <a:cxnLst/>
              <a:rect l="l" t="t" r="r" b="b"/>
              <a:pathLst>
                <a:path w="5991225" h="981075">
                  <a:moveTo>
                    <a:pt x="0" y="928827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0" y="45415"/>
                  </a:lnTo>
                  <a:lnTo>
                    <a:pt x="1003" y="42049"/>
                  </a:lnTo>
                  <a:lnTo>
                    <a:pt x="1676" y="38684"/>
                  </a:lnTo>
                  <a:lnTo>
                    <a:pt x="2667" y="35420"/>
                  </a:lnTo>
                  <a:lnTo>
                    <a:pt x="3975" y="32258"/>
                  </a:lnTo>
                  <a:lnTo>
                    <a:pt x="5283" y="29083"/>
                  </a:lnTo>
                  <a:lnTo>
                    <a:pt x="15303" y="15303"/>
                  </a:lnTo>
                  <a:lnTo>
                    <a:pt x="17729" y="12877"/>
                  </a:lnTo>
                  <a:lnTo>
                    <a:pt x="48818" y="0"/>
                  </a:lnTo>
                  <a:lnTo>
                    <a:pt x="52247" y="0"/>
                  </a:lnTo>
                  <a:lnTo>
                    <a:pt x="5938977" y="0"/>
                  </a:lnTo>
                  <a:lnTo>
                    <a:pt x="5942406" y="0"/>
                  </a:lnTo>
                  <a:lnTo>
                    <a:pt x="5945809" y="330"/>
                  </a:lnTo>
                  <a:lnTo>
                    <a:pt x="5949175" y="1003"/>
                  </a:lnTo>
                  <a:lnTo>
                    <a:pt x="5952540" y="1676"/>
                  </a:lnTo>
                  <a:lnTo>
                    <a:pt x="5975921" y="15303"/>
                  </a:lnTo>
                  <a:lnTo>
                    <a:pt x="5978347" y="17729"/>
                  </a:lnTo>
                  <a:lnTo>
                    <a:pt x="5991225" y="48806"/>
                  </a:lnTo>
                  <a:lnTo>
                    <a:pt x="5991225" y="52247"/>
                  </a:lnTo>
                  <a:lnTo>
                    <a:pt x="5991225" y="928827"/>
                  </a:lnTo>
                  <a:lnTo>
                    <a:pt x="5991225" y="932260"/>
                  </a:lnTo>
                  <a:lnTo>
                    <a:pt x="5990882" y="935658"/>
                  </a:lnTo>
                  <a:lnTo>
                    <a:pt x="5975921" y="965771"/>
                  </a:lnTo>
                  <a:lnTo>
                    <a:pt x="5973495" y="968197"/>
                  </a:lnTo>
                  <a:lnTo>
                    <a:pt x="5970854" y="970365"/>
                  </a:lnTo>
                  <a:lnTo>
                    <a:pt x="5967996" y="972270"/>
                  </a:lnTo>
                  <a:lnTo>
                    <a:pt x="5965151" y="974175"/>
                  </a:lnTo>
                  <a:lnTo>
                    <a:pt x="5942406" y="981076"/>
                  </a:lnTo>
                  <a:lnTo>
                    <a:pt x="5938977" y="981076"/>
                  </a:lnTo>
                  <a:lnTo>
                    <a:pt x="52247" y="981076"/>
                  </a:lnTo>
                  <a:lnTo>
                    <a:pt x="48818" y="981076"/>
                  </a:lnTo>
                  <a:lnTo>
                    <a:pt x="45415" y="980738"/>
                  </a:lnTo>
                  <a:lnTo>
                    <a:pt x="15303" y="965771"/>
                  </a:lnTo>
                  <a:lnTo>
                    <a:pt x="12877" y="963345"/>
                  </a:lnTo>
                  <a:lnTo>
                    <a:pt x="1003" y="939021"/>
                  </a:lnTo>
                  <a:lnTo>
                    <a:pt x="330" y="935658"/>
                  </a:lnTo>
                  <a:lnTo>
                    <a:pt x="0" y="932260"/>
                  </a:lnTo>
                  <a:lnTo>
                    <a:pt x="0" y="928827"/>
                  </a:lnTo>
                  <a:close/>
                </a:path>
              </a:pathLst>
            </a:custGeom>
            <a:ln w="9525">
              <a:solidFill>
                <a:srgbClr val="8C23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015903" y="4451548"/>
            <a:ext cx="4347845" cy="632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670">
                <a:latin typeface="Times New Roman"/>
                <a:cs typeface="Times New Roman"/>
              </a:rPr>
              <a:t>Ø</a:t>
            </a:r>
            <a:r>
              <a:rPr dirty="0" sz="1900" spc="-155">
                <a:latin typeface="Times New Roman"/>
                <a:cs typeface="Times New Roman"/>
              </a:rPr>
              <a:t> </a:t>
            </a:r>
            <a:r>
              <a:rPr dirty="0" sz="1650" spc="290">
                <a:solidFill>
                  <a:srgbClr val="FFE5E5"/>
                </a:solidFill>
                <a:latin typeface="Arial MT"/>
                <a:cs typeface="Arial MT"/>
              </a:rPr>
              <a:t>Real-</a:t>
            </a:r>
            <a:r>
              <a:rPr dirty="0" sz="1650" spc="265">
                <a:solidFill>
                  <a:srgbClr val="FFE5E5"/>
                </a:solidFill>
                <a:latin typeface="Arial MT"/>
                <a:cs typeface="Arial MT"/>
              </a:rPr>
              <a:t>Life</a:t>
            </a:r>
            <a:r>
              <a:rPr dirty="0" sz="1650" spc="-105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10">
                <a:solidFill>
                  <a:srgbClr val="FFE5E5"/>
                </a:solidFill>
                <a:latin typeface="Arial MT"/>
                <a:cs typeface="Arial MT"/>
              </a:rPr>
              <a:t>Analogy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Think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of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books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stacked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in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pile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25">
                <a:solidFill>
                  <a:srgbClr val="FFE5E5"/>
                </a:solidFill>
                <a:latin typeface="Tahoma"/>
                <a:cs typeface="Tahoma"/>
              </a:rPr>
              <a:t>4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last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placed,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first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picked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098686" y="5603251"/>
            <a:ext cx="2485390" cy="878840"/>
            <a:chOff x="9098686" y="5603251"/>
            <a:chExt cx="2485390" cy="878840"/>
          </a:xfrm>
        </p:grpSpPr>
        <p:pic>
          <p:nvPicPr>
            <p:cNvPr id="18" name="object 18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26228" y="6209659"/>
              <a:ext cx="2030095" cy="44450"/>
            </a:xfrm>
            <a:custGeom>
              <a:avLst/>
              <a:gdLst/>
              <a:ahLst/>
              <a:cxnLst/>
              <a:rect l="l" t="t" r="r" b="b"/>
              <a:pathLst>
                <a:path w="2030095" h="44450">
                  <a:moveTo>
                    <a:pt x="0" y="0"/>
                  </a:moveTo>
                  <a:lnTo>
                    <a:pt x="51978" y="3306"/>
                  </a:lnTo>
                  <a:lnTo>
                    <a:pt x="44669" y="2841"/>
                  </a:lnTo>
                  <a:lnTo>
                    <a:pt x="32486" y="2066"/>
                  </a:lnTo>
                  <a:lnTo>
                    <a:pt x="82628" y="5284"/>
                  </a:lnTo>
                  <a:lnTo>
                    <a:pt x="141239" y="9211"/>
                  </a:lnTo>
                  <a:lnTo>
                    <a:pt x="191747" y="13035"/>
                  </a:lnTo>
                  <a:lnTo>
                    <a:pt x="231101" y="16306"/>
                  </a:lnTo>
                  <a:lnTo>
                    <a:pt x="249165" y="17801"/>
                  </a:lnTo>
                  <a:lnTo>
                    <a:pt x="292062" y="21049"/>
                  </a:lnTo>
                  <a:lnTo>
                    <a:pt x="358748" y="23974"/>
                  </a:lnTo>
                  <a:lnTo>
                    <a:pt x="366372" y="24266"/>
                  </a:lnTo>
                  <a:lnTo>
                    <a:pt x="387143" y="25239"/>
                  </a:lnTo>
                  <a:lnTo>
                    <a:pt x="417905" y="27042"/>
                  </a:lnTo>
                  <a:lnTo>
                    <a:pt x="455505" y="29822"/>
                  </a:lnTo>
                  <a:lnTo>
                    <a:pt x="464430" y="30530"/>
                  </a:lnTo>
                  <a:lnTo>
                    <a:pt x="486943" y="32171"/>
                  </a:lnTo>
                  <a:lnTo>
                    <a:pt x="516645" y="34018"/>
                  </a:lnTo>
                  <a:lnTo>
                    <a:pt x="547141" y="35346"/>
                  </a:lnTo>
                  <a:lnTo>
                    <a:pt x="553590" y="35552"/>
                  </a:lnTo>
                  <a:lnTo>
                    <a:pt x="569968" y="36173"/>
                  </a:lnTo>
                  <a:lnTo>
                    <a:pt x="591827" y="37210"/>
                  </a:lnTo>
                  <a:lnTo>
                    <a:pt x="614717" y="38665"/>
                  </a:lnTo>
                  <a:lnTo>
                    <a:pt x="619699" y="39006"/>
                  </a:lnTo>
                  <a:lnTo>
                    <a:pt x="632656" y="39732"/>
                  </a:lnTo>
                  <a:lnTo>
                    <a:pt x="650599" y="40395"/>
                  </a:lnTo>
                  <a:lnTo>
                    <a:pt x="670542" y="40549"/>
                  </a:lnTo>
                  <a:lnTo>
                    <a:pt x="675126" y="40504"/>
                  </a:lnTo>
                  <a:lnTo>
                    <a:pt x="687262" y="40437"/>
                  </a:lnTo>
                  <a:lnTo>
                    <a:pt x="729248" y="40737"/>
                  </a:lnTo>
                  <a:lnTo>
                    <a:pt x="781451" y="42294"/>
                  </a:lnTo>
                  <a:lnTo>
                    <a:pt x="786533" y="42474"/>
                  </a:lnTo>
                  <a:lnTo>
                    <a:pt x="799932" y="42826"/>
                  </a:lnTo>
                  <a:lnTo>
                    <a:pt x="818877" y="43067"/>
                  </a:lnTo>
                  <a:lnTo>
                    <a:pt x="840595" y="42918"/>
                  </a:lnTo>
                  <a:lnTo>
                    <a:pt x="845640" y="42835"/>
                  </a:lnTo>
                  <a:lnTo>
                    <a:pt x="858774" y="42699"/>
                  </a:lnTo>
                  <a:lnTo>
                    <a:pt x="876997" y="42676"/>
                  </a:lnTo>
                  <a:lnTo>
                    <a:pt x="897306" y="42930"/>
                  </a:lnTo>
                  <a:lnTo>
                    <a:pt x="901917" y="43030"/>
                  </a:lnTo>
                  <a:lnTo>
                    <a:pt x="913843" y="43286"/>
                  </a:lnTo>
                  <a:lnTo>
                    <a:pt x="952206" y="44060"/>
                  </a:lnTo>
                  <a:lnTo>
                    <a:pt x="991162" y="44448"/>
                  </a:lnTo>
                  <a:lnTo>
                    <a:pt x="994458" y="44448"/>
                  </a:lnTo>
                  <a:lnTo>
                    <a:pt x="1003115" y="44448"/>
                  </a:lnTo>
                  <a:lnTo>
                    <a:pt x="1103359" y="44448"/>
                  </a:lnTo>
                  <a:lnTo>
                    <a:pt x="1106509" y="44434"/>
                  </a:lnTo>
                  <a:lnTo>
                    <a:pt x="1114886" y="44333"/>
                  </a:lnTo>
                  <a:lnTo>
                    <a:pt x="1126887" y="44060"/>
                  </a:lnTo>
                  <a:lnTo>
                    <a:pt x="1140907" y="43528"/>
                  </a:lnTo>
                  <a:lnTo>
                    <a:pt x="1144295" y="43381"/>
                  </a:lnTo>
                  <a:lnTo>
                    <a:pt x="1153522" y="43038"/>
                  </a:lnTo>
                  <a:lnTo>
                    <a:pt x="1198035" y="42265"/>
                  </a:lnTo>
                  <a:lnTo>
                    <a:pt x="1211765" y="42213"/>
                  </a:lnTo>
                  <a:lnTo>
                    <a:pt x="1226377" y="42233"/>
                  </a:lnTo>
                  <a:lnTo>
                    <a:pt x="1229606" y="42248"/>
                  </a:lnTo>
                  <a:lnTo>
                    <a:pt x="1238044" y="42282"/>
                  </a:lnTo>
                  <a:lnTo>
                    <a:pt x="1249815" y="42316"/>
                  </a:lnTo>
                  <a:lnTo>
                    <a:pt x="1263043" y="42332"/>
                  </a:lnTo>
                  <a:lnTo>
                    <a:pt x="1266119" y="42333"/>
                  </a:lnTo>
                  <a:lnTo>
                    <a:pt x="1274321" y="42345"/>
                  </a:lnTo>
                  <a:lnTo>
                    <a:pt x="1286109" y="42376"/>
                  </a:lnTo>
                  <a:lnTo>
                    <a:pt x="1299943" y="42436"/>
                  </a:lnTo>
                  <a:lnTo>
                    <a:pt x="1303291" y="42435"/>
                  </a:lnTo>
                  <a:lnTo>
                    <a:pt x="1312383" y="42343"/>
                  </a:lnTo>
                  <a:lnTo>
                    <a:pt x="1325790" y="42034"/>
                  </a:lnTo>
                  <a:lnTo>
                    <a:pt x="1342085" y="41378"/>
                  </a:lnTo>
                  <a:lnTo>
                    <a:pt x="1346050" y="41213"/>
                  </a:lnTo>
                  <a:lnTo>
                    <a:pt x="1356543" y="40929"/>
                  </a:lnTo>
                  <a:lnTo>
                    <a:pt x="1371461" y="40844"/>
                  </a:lnTo>
                  <a:lnTo>
                    <a:pt x="1388699" y="41274"/>
                  </a:lnTo>
                  <a:lnTo>
                    <a:pt x="1392856" y="41423"/>
                  </a:lnTo>
                  <a:lnTo>
                    <a:pt x="1404256" y="41670"/>
                  </a:lnTo>
                  <a:lnTo>
                    <a:pt x="1421294" y="41720"/>
                  </a:lnTo>
                  <a:lnTo>
                    <a:pt x="1442364" y="41274"/>
                  </a:lnTo>
                  <a:lnTo>
                    <a:pt x="1447331" y="41108"/>
                  </a:lnTo>
                  <a:lnTo>
                    <a:pt x="1459543" y="40745"/>
                  </a:lnTo>
                  <a:lnTo>
                    <a:pt x="1474973" y="40381"/>
                  </a:lnTo>
                  <a:lnTo>
                    <a:pt x="1489592" y="40216"/>
                  </a:lnTo>
                  <a:lnTo>
                    <a:pt x="1492515" y="40237"/>
                  </a:lnTo>
                  <a:lnTo>
                    <a:pt x="1500111" y="40388"/>
                  </a:lnTo>
                  <a:lnTo>
                    <a:pt x="1510619" y="40798"/>
                  </a:lnTo>
                  <a:lnTo>
                    <a:pt x="1522277" y="41596"/>
                  </a:lnTo>
                  <a:lnTo>
                    <a:pt x="1525128" y="41817"/>
                  </a:lnTo>
                  <a:lnTo>
                    <a:pt x="1533441" y="42328"/>
                  </a:lnTo>
                  <a:lnTo>
                    <a:pt x="1585700" y="43478"/>
                  </a:lnTo>
                  <a:lnTo>
                    <a:pt x="1648970" y="43615"/>
                  </a:lnTo>
                  <a:lnTo>
                    <a:pt x="1658549" y="43616"/>
                  </a:lnTo>
                  <a:lnTo>
                    <a:pt x="1683023" y="43645"/>
                  </a:lnTo>
                  <a:lnTo>
                    <a:pt x="1716002" y="43747"/>
                  </a:lnTo>
                  <a:lnTo>
                    <a:pt x="1751094" y="43962"/>
                  </a:lnTo>
                  <a:lnTo>
                    <a:pt x="1758721" y="44023"/>
                  </a:lnTo>
                  <a:lnTo>
                    <a:pt x="1778094" y="44159"/>
                  </a:lnTo>
                  <a:lnTo>
                    <a:pt x="1831017" y="44390"/>
                  </a:lnTo>
                  <a:lnTo>
                    <a:pt x="1871017" y="44432"/>
                  </a:lnTo>
                  <a:lnTo>
                    <a:pt x="1891267" y="44442"/>
                  </a:lnTo>
                  <a:lnTo>
                    <a:pt x="1895587" y="44403"/>
                  </a:lnTo>
                  <a:lnTo>
                    <a:pt x="1936572" y="41905"/>
                  </a:lnTo>
                  <a:lnTo>
                    <a:pt x="1973343" y="35772"/>
                  </a:lnTo>
                  <a:lnTo>
                    <a:pt x="1979695" y="34588"/>
                  </a:lnTo>
                  <a:lnTo>
                    <a:pt x="1988291" y="33195"/>
                  </a:lnTo>
                  <a:lnTo>
                    <a:pt x="1997502" y="32067"/>
                  </a:lnTo>
                  <a:lnTo>
                    <a:pt x="2009470" y="30950"/>
                  </a:lnTo>
                  <a:lnTo>
                    <a:pt x="2019582" y="19708"/>
                  </a:lnTo>
                  <a:lnTo>
                    <a:pt x="2029694" y="8467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421469" y="5830792"/>
              <a:ext cx="1688464" cy="116839"/>
            </a:xfrm>
            <a:custGeom>
              <a:avLst/>
              <a:gdLst/>
              <a:ahLst/>
              <a:cxnLst/>
              <a:rect l="l" t="t" r="r" b="b"/>
              <a:pathLst>
                <a:path w="1688465" h="116839">
                  <a:moveTo>
                    <a:pt x="0" y="116411"/>
                  </a:moveTo>
                  <a:lnTo>
                    <a:pt x="87515" y="101891"/>
                  </a:lnTo>
                  <a:lnTo>
                    <a:pt x="75208" y="103932"/>
                  </a:lnTo>
                  <a:lnTo>
                    <a:pt x="54697" y="107336"/>
                  </a:lnTo>
                  <a:lnTo>
                    <a:pt x="50595" y="108016"/>
                  </a:lnTo>
                  <a:lnTo>
                    <a:pt x="87515" y="101891"/>
                  </a:lnTo>
                  <a:lnTo>
                    <a:pt x="101907" y="99521"/>
                  </a:lnTo>
                  <a:lnTo>
                    <a:pt x="180733" y="86906"/>
                  </a:lnTo>
                  <a:lnTo>
                    <a:pt x="220959" y="80893"/>
                  </a:lnTo>
                  <a:lnTo>
                    <a:pt x="283991" y="72456"/>
                  </a:lnTo>
                  <a:lnTo>
                    <a:pt x="324442" y="67371"/>
                  </a:lnTo>
                  <a:lnTo>
                    <a:pt x="334422" y="66119"/>
                  </a:lnTo>
                  <a:lnTo>
                    <a:pt x="361113" y="62639"/>
                  </a:lnTo>
                  <a:lnTo>
                    <a:pt x="399644" y="57345"/>
                  </a:lnTo>
                  <a:lnTo>
                    <a:pt x="445140" y="50652"/>
                  </a:lnTo>
                  <a:lnTo>
                    <a:pt x="514519" y="39934"/>
                  </a:lnTo>
                  <a:lnTo>
                    <a:pt x="546453" y="34920"/>
                  </a:lnTo>
                  <a:lnTo>
                    <a:pt x="553087" y="33892"/>
                  </a:lnTo>
                  <a:lnTo>
                    <a:pt x="596748" y="27610"/>
                  </a:lnTo>
                  <a:lnTo>
                    <a:pt x="634860" y="22768"/>
                  </a:lnTo>
                  <a:lnTo>
                    <a:pt x="681555" y="17424"/>
                  </a:lnTo>
                  <a:lnTo>
                    <a:pt x="719979" y="13376"/>
                  </a:lnTo>
                  <a:lnTo>
                    <a:pt x="764703" y="9061"/>
                  </a:lnTo>
                  <a:lnTo>
                    <a:pt x="816495" y="4640"/>
                  </a:lnTo>
                  <a:lnTo>
                    <a:pt x="862331" y="1597"/>
                  </a:lnTo>
                  <a:lnTo>
                    <a:pt x="919236" y="0"/>
                  </a:lnTo>
                  <a:lnTo>
                    <a:pt x="923748" y="0"/>
                  </a:lnTo>
                  <a:lnTo>
                    <a:pt x="935504" y="0"/>
                  </a:lnTo>
                  <a:lnTo>
                    <a:pt x="1017360" y="0"/>
                  </a:lnTo>
                  <a:lnTo>
                    <a:pt x="1021381" y="16"/>
                  </a:lnTo>
                  <a:lnTo>
                    <a:pt x="1068376" y="1058"/>
                  </a:lnTo>
                  <a:lnTo>
                    <a:pt x="1124911" y="3220"/>
                  </a:lnTo>
                  <a:lnTo>
                    <a:pt x="1164422" y="5495"/>
                  </a:lnTo>
                  <a:lnTo>
                    <a:pt x="1213817" y="9885"/>
                  </a:lnTo>
                  <a:lnTo>
                    <a:pt x="1269451" y="16985"/>
                  </a:lnTo>
                  <a:lnTo>
                    <a:pt x="1276826" y="18021"/>
                  </a:lnTo>
                  <a:lnTo>
                    <a:pt x="1296523" y="20549"/>
                  </a:lnTo>
                  <a:lnTo>
                    <a:pt x="1324894" y="23700"/>
                  </a:lnTo>
                  <a:lnTo>
                    <a:pt x="1358294" y="26605"/>
                  </a:lnTo>
                  <a:lnTo>
                    <a:pt x="1366357" y="27192"/>
                  </a:lnTo>
                  <a:lnTo>
                    <a:pt x="1388098" y="28806"/>
                  </a:lnTo>
                  <a:lnTo>
                    <a:pt x="1457933" y="34241"/>
                  </a:lnTo>
                  <a:lnTo>
                    <a:pt x="1524197" y="39707"/>
                  </a:lnTo>
                  <a:lnTo>
                    <a:pt x="1570084" y="43820"/>
                  </a:lnTo>
                  <a:lnTo>
                    <a:pt x="1620104" y="53544"/>
                  </a:lnTo>
                  <a:lnTo>
                    <a:pt x="1649916" y="63822"/>
                  </a:lnTo>
                  <a:lnTo>
                    <a:pt x="1687884" y="80430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7311" y="473075"/>
            <a:ext cx="62871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555"/>
              <a:t>How</a:t>
            </a:r>
            <a:r>
              <a:rPr dirty="0" spc="-260"/>
              <a:t> </a:t>
            </a:r>
            <a:r>
              <a:rPr dirty="0" spc="625"/>
              <a:t>Does</a:t>
            </a:r>
            <a:r>
              <a:rPr dirty="0" spc="-254"/>
              <a:t> </a:t>
            </a:r>
            <a:r>
              <a:rPr dirty="0" spc="630"/>
              <a:t>a</a:t>
            </a:r>
            <a:r>
              <a:rPr dirty="0" spc="-260"/>
              <a:t> </a:t>
            </a:r>
            <a:r>
              <a:rPr dirty="0" spc="770"/>
              <a:t>Stack</a:t>
            </a:r>
            <a:r>
              <a:rPr dirty="0" spc="-254"/>
              <a:t> </a:t>
            </a:r>
            <a:r>
              <a:rPr dirty="0" spc="650"/>
              <a:t>Work?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1500" y="1323974"/>
            <a:ext cx="1323975" cy="323850"/>
            <a:chOff x="571500" y="1323974"/>
            <a:chExt cx="1323975" cy="323850"/>
          </a:xfrm>
        </p:grpSpPr>
        <p:sp>
          <p:nvSpPr>
            <p:cNvPr id="4" name="object 4"/>
            <p:cNvSpPr/>
            <p:nvPr/>
          </p:nvSpPr>
          <p:spPr>
            <a:xfrm>
              <a:off x="576262" y="1328737"/>
              <a:ext cx="1314450" cy="314325"/>
            </a:xfrm>
            <a:custGeom>
              <a:avLst/>
              <a:gdLst/>
              <a:ahLst/>
              <a:cxnLst/>
              <a:rect l="l" t="t" r="r" b="b"/>
              <a:pathLst>
                <a:path w="1314450" h="314325">
                  <a:moveTo>
                    <a:pt x="0" y="273481"/>
                  </a:moveTo>
                  <a:lnTo>
                    <a:pt x="0" y="40843"/>
                  </a:lnTo>
                  <a:lnTo>
                    <a:pt x="0" y="35433"/>
                  </a:lnTo>
                  <a:lnTo>
                    <a:pt x="1036" y="30213"/>
                  </a:lnTo>
                  <a:lnTo>
                    <a:pt x="3110" y="25209"/>
                  </a:lnTo>
                  <a:lnTo>
                    <a:pt x="5179" y="20205"/>
                  </a:lnTo>
                  <a:lnTo>
                    <a:pt x="8130" y="15786"/>
                  </a:lnTo>
                  <a:lnTo>
                    <a:pt x="11960" y="11963"/>
                  </a:lnTo>
                  <a:lnTo>
                    <a:pt x="15791" y="8128"/>
                  </a:lnTo>
                  <a:lnTo>
                    <a:pt x="20210" y="5181"/>
                  </a:lnTo>
                  <a:lnTo>
                    <a:pt x="25212" y="3111"/>
                  </a:lnTo>
                  <a:lnTo>
                    <a:pt x="30217" y="1041"/>
                  </a:lnTo>
                  <a:lnTo>
                    <a:pt x="35426" y="0"/>
                  </a:lnTo>
                  <a:lnTo>
                    <a:pt x="40843" y="0"/>
                  </a:lnTo>
                  <a:lnTo>
                    <a:pt x="1273606" y="0"/>
                  </a:lnTo>
                  <a:lnTo>
                    <a:pt x="1279029" y="0"/>
                  </a:lnTo>
                  <a:lnTo>
                    <a:pt x="1284236" y="1041"/>
                  </a:lnTo>
                  <a:lnTo>
                    <a:pt x="1289240" y="3111"/>
                  </a:lnTo>
                  <a:lnTo>
                    <a:pt x="1294244" y="5181"/>
                  </a:lnTo>
                  <a:lnTo>
                    <a:pt x="1298663" y="8128"/>
                  </a:lnTo>
                  <a:lnTo>
                    <a:pt x="1302486" y="11963"/>
                  </a:lnTo>
                  <a:lnTo>
                    <a:pt x="1306322" y="15786"/>
                  </a:lnTo>
                  <a:lnTo>
                    <a:pt x="1309268" y="20205"/>
                  </a:lnTo>
                  <a:lnTo>
                    <a:pt x="1311338" y="25209"/>
                  </a:lnTo>
                  <a:lnTo>
                    <a:pt x="1313408" y="30213"/>
                  </a:lnTo>
                  <a:lnTo>
                    <a:pt x="1314450" y="35433"/>
                  </a:lnTo>
                  <a:lnTo>
                    <a:pt x="1314450" y="40843"/>
                  </a:lnTo>
                  <a:lnTo>
                    <a:pt x="1314450" y="273481"/>
                  </a:lnTo>
                  <a:lnTo>
                    <a:pt x="1314450" y="278892"/>
                  </a:lnTo>
                  <a:lnTo>
                    <a:pt x="1313408" y="284111"/>
                  </a:lnTo>
                  <a:lnTo>
                    <a:pt x="1311338" y="289115"/>
                  </a:lnTo>
                  <a:lnTo>
                    <a:pt x="1309268" y="294119"/>
                  </a:lnTo>
                  <a:lnTo>
                    <a:pt x="1306322" y="298526"/>
                  </a:lnTo>
                  <a:lnTo>
                    <a:pt x="1302486" y="302361"/>
                  </a:lnTo>
                  <a:lnTo>
                    <a:pt x="1298663" y="306184"/>
                  </a:lnTo>
                  <a:lnTo>
                    <a:pt x="1294244" y="309143"/>
                  </a:lnTo>
                  <a:lnTo>
                    <a:pt x="1289240" y="311213"/>
                  </a:lnTo>
                  <a:lnTo>
                    <a:pt x="1284236" y="313283"/>
                  </a:lnTo>
                  <a:lnTo>
                    <a:pt x="1279029" y="314325"/>
                  </a:lnTo>
                  <a:lnTo>
                    <a:pt x="1273606" y="314325"/>
                  </a:lnTo>
                  <a:lnTo>
                    <a:pt x="40843" y="314325"/>
                  </a:lnTo>
                  <a:lnTo>
                    <a:pt x="35426" y="314325"/>
                  </a:lnTo>
                  <a:lnTo>
                    <a:pt x="30217" y="313283"/>
                  </a:lnTo>
                  <a:lnTo>
                    <a:pt x="3110" y="289115"/>
                  </a:lnTo>
                  <a:lnTo>
                    <a:pt x="1036" y="284111"/>
                  </a:lnTo>
                  <a:lnTo>
                    <a:pt x="0" y="278892"/>
                  </a:lnTo>
                  <a:lnTo>
                    <a:pt x="0" y="273481"/>
                  </a:lnTo>
                  <a:close/>
                </a:path>
              </a:pathLst>
            </a:custGeom>
            <a:ln w="9525">
              <a:solidFill>
                <a:srgbClr val="C9121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20462" y="1419224"/>
              <a:ext cx="41910" cy="130810"/>
            </a:xfrm>
            <a:custGeom>
              <a:avLst/>
              <a:gdLst/>
              <a:ahLst/>
              <a:cxnLst/>
              <a:rect l="l" t="t" r="r" b="b"/>
              <a:pathLst>
                <a:path w="41909" h="130809">
                  <a:moveTo>
                    <a:pt x="148" y="20789"/>
                  </a:moveTo>
                  <a:lnTo>
                    <a:pt x="20949" y="0"/>
                  </a:lnTo>
                </a:path>
                <a:path w="41909" h="130809">
                  <a:moveTo>
                    <a:pt x="20880" y="58648"/>
                  </a:moveTo>
                  <a:lnTo>
                    <a:pt x="20949" y="0"/>
                  </a:lnTo>
                  <a:lnTo>
                    <a:pt x="41800" y="20713"/>
                  </a:lnTo>
                </a:path>
                <a:path w="41909" h="130809">
                  <a:moveTo>
                    <a:pt x="20874" y="71653"/>
                  </a:moveTo>
                  <a:lnTo>
                    <a:pt x="20915" y="130225"/>
                  </a:lnTo>
                </a:path>
                <a:path w="41909" h="130809">
                  <a:moveTo>
                    <a:pt x="0" y="109334"/>
                  </a:moveTo>
                  <a:lnTo>
                    <a:pt x="20915" y="130225"/>
                  </a:lnTo>
                </a:path>
                <a:path w="41909" h="130809">
                  <a:moveTo>
                    <a:pt x="41850" y="109423"/>
                  </a:moveTo>
                  <a:lnTo>
                    <a:pt x="20915" y="130225"/>
                  </a:lnTo>
                </a:path>
              </a:pathLst>
            </a:custGeom>
            <a:ln w="5819">
              <a:solidFill>
                <a:srgbClr val="C9121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59730" y="1380997"/>
            <a:ext cx="944880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>
                <a:solidFill>
                  <a:srgbClr val="C91212"/>
                </a:solidFill>
                <a:latin typeface="Tahoma"/>
                <a:cs typeface="Tahoma"/>
              </a:rPr>
              <a:t>LIFO</a:t>
            </a:r>
            <a:r>
              <a:rPr dirty="0" sz="1000" spc="-60">
                <a:solidFill>
                  <a:srgbClr val="C91212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C91212"/>
                </a:solidFill>
                <a:latin typeface="Tahoma"/>
                <a:cs typeface="Tahoma"/>
              </a:rPr>
              <a:t>PRINCIPLE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047875"/>
            <a:ext cx="6543674" cy="371475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7524750" y="3390900"/>
            <a:ext cx="3343275" cy="1209675"/>
            <a:chOff x="7524750" y="3390900"/>
            <a:chExt cx="3343275" cy="1209675"/>
          </a:xfrm>
        </p:grpSpPr>
        <p:sp>
          <p:nvSpPr>
            <p:cNvPr id="9" name="object 9"/>
            <p:cNvSpPr/>
            <p:nvPr/>
          </p:nvSpPr>
          <p:spPr>
            <a:xfrm>
              <a:off x="7524750" y="3390900"/>
              <a:ext cx="3343275" cy="1209675"/>
            </a:xfrm>
            <a:custGeom>
              <a:avLst/>
              <a:gdLst/>
              <a:ahLst/>
              <a:cxnLst/>
              <a:rect l="l" t="t" r="r" b="b"/>
              <a:pathLst>
                <a:path w="3343275" h="1209675">
                  <a:moveTo>
                    <a:pt x="3290011" y="0"/>
                  </a:moveTo>
                  <a:lnTo>
                    <a:pt x="53263" y="0"/>
                  </a:lnTo>
                  <a:lnTo>
                    <a:pt x="49555" y="368"/>
                  </a:lnTo>
                  <a:lnTo>
                    <a:pt x="14046" y="19342"/>
                  </a:lnTo>
                  <a:lnTo>
                    <a:pt x="0" y="53263"/>
                  </a:lnTo>
                  <a:lnTo>
                    <a:pt x="0" y="1152664"/>
                  </a:lnTo>
                  <a:lnTo>
                    <a:pt x="0" y="1156411"/>
                  </a:lnTo>
                  <a:lnTo>
                    <a:pt x="19342" y="1195616"/>
                  </a:lnTo>
                  <a:lnTo>
                    <a:pt x="53263" y="1209675"/>
                  </a:lnTo>
                  <a:lnTo>
                    <a:pt x="3290011" y="1209675"/>
                  </a:lnTo>
                  <a:lnTo>
                    <a:pt x="3329228" y="1190332"/>
                  </a:lnTo>
                  <a:lnTo>
                    <a:pt x="3343275" y="1156411"/>
                  </a:lnTo>
                  <a:lnTo>
                    <a:pt x="3343275" y="53263"/>
                  </a:lnTo>
                  <a:lnTo>
                    <a:pt x="3323932" y="14046"/>
                  </a:lnTo>
                  <a:lnTo>
                    <a:pt x="3293719" y="368"/>
                  </a:lnTo>
                  <a:lnTo>
                    <a:pt x="3290011" y="0"/>
                  </a:lnTo>
                  <a:close/>
                </a:path>
              </a:pathLst>
            </a:custGeom>
            <a:solidFill>
              <a:srgbClr val="01224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07058" y="3629024"/>
              <a:ext cx="162826" cy="16281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513535" y="2001837"/>
            <a:ext cx="3351529" cy="3796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375">
                <a:solidFill>
                  <a:srgbClr val="FAEBEB"/>
                </a:solidFill>
                <a:latin typeface="Arial MT"/>
                <a:cs typeface="Arial MT"/>
              </a:rPr>
              <a:t>Last</a:t>
            </a:r>
            <a:r>
              <a:rPr dirty="0" sz="1650" spc="-125">
                <a:solidFill>
                  <a:srgbClr val="FAEBEB"/>
                </a:solidFill>
                <a:latin typeface="Arial MT"/>
                <a:cs typeface="Arial MT"/>
              </a:rPr>
              <a:t> </a:t>
            </a:r>
            <a:r>
              <a:rPr dirty="0" sz="1650" spc="300">
                <a:solidFill>
                  <a:srgbClr val="FAEBEB"/>
                </a:solidFill>
                <a:latin typeface="Arial MT"/>
                <a:cs typeface="Arial MT"/>
              </a:rPr>
              <a:t>In,</a:t>
            </a:r>
            <a:r>
              <a:rPr dirty="0" sz="1650" spc="-120">
                <a:solidFill>
                  <a:srgbClr val="FAEBEB"/>
                </a:solidFill>
                <a:latin typeface="Arial MT"/>
                <a:cs typeface="Arial MT"/>
              </a:rPr>
              <a:t> </a:t>
            </a:r>
            <a:r>
              <a:rPr dirty="0" sz="1650" spc="340">
                <a:solidFill>
                  <a:srgbClr val="FAEBEB"/>
                </a:solidFill>
                <a:latin typeface="Arial MT"/>
                <a:cs typeface="Arial MT"/>
              </a:rPr>
              <a:t>First</a:t>
            </a:r>
            <a:r>
              <a:rPr dirty="0" sz="1650" spc="-120">
                <a:solidFill>
                  <a:srgbClr val="FAEBEB"/>
                </a:solidFill>
                <a:latin typeface="Arial MT"/>
                <a:cs typeface="Arial MT"/>
              </a:rPr>
              <a:t> </a:t>
            </a:r>
            <a:r>
              <a:rPr dirty="0" sz="1650" spc="335">
                <a:solidFill>
                  <a:srgbClr val="FAEBEB"/>
                </a:solidFill>
                <a:latin typeface="Arial MT"/>
                <a:cs typeface="Arial MT"/>
              </a:rPr>
              <a:t>Out</a:t>
            </a:r>
            <a:r>
              <a:rPr dirty="0" sz="1650" spc="-120">
                <a:solidFill>
                  <a:srgbClr val="FAEBEB"/>
                </a:solidFill>
                <a:latin typeface="Arial MT"/>
                <a:cs typeface="Arial MT"/>
              </a:rPr>
              <a:t> </a:t>
            </a:r>
            <a:r>
              <a:rPr dirty="0" sz="1650" spc="280">
                <a:solidFill>
                  <a:srgbClr val="FAEBEB"/>
                </a:solidFill>
                <a:latin typeface="Arial MT"/>
                <a:cs typeface="Arial MT"/>
              </a:rPr>
              <a:t>4</a:t>
            </a:r>
            <a:r>
              <a:rPr dirty="0" sz="1650" spc="-125">
                <a:solidFill>
                  <a:srgbClr val="FAEBEB"/>
                </a:solidFill>
                <a:latin typeface="Arial MT"/>
                <a:cs typeface="Arial MT"/>
              </a:rPr>
              <a:t> </a:t>
            </a:r>
            <a:r>
              <a:rPr dirty="0" sz="1650" spc="445">
                <a:solidFill>
                  <a:srgbClr val="FAEBEB"/>
                </a:solidFill>
                <a:latin typeface="Arial MT"/>
                <a:cs typeface="Arial MT"/>
              </a:rPr>
              <a:t>LIFO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2300"/>
              </a:lnSpc>
              <a:spcBef>
                <a:spcPts val="935"/>
              </a:spcBef>
            </a:pP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core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rule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of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 </a:t>
            </a:r>
            <a:r>
              <a:rPr dirty="0" sz="1250" spc="65">
                <a:solidFill>
                  <a:srgbClr val="FFE5E5"/>
                </a:solidFill>
                <a:latin typeface="Tahoma"/>
                <a:cs typeface="Tahoma"/>
              </a:rPr>
              <a:t>Stack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is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LIFO</a:t>
            </a:r>
            <a:r>
              <a:rPr dirty="0" sz="1250" spc="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425">
                <a:solidFill>
                  <a:srgbClr val="FFE5E5"/>
                </a:solidFill>
                <a:latin typeface="Tahoma"/>
                <a:cs typeface="Tahoma"/>
              </a:rPr>
              <a:t>4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5" b="1">
                <a:solidFill>
                  <a:srgbClr val="FFE5E5"/>
                </a:solidFill>
                <a:latin typeface="Trebuchet MS"/>
                <a:cs typeface="Trebuchet MS"/>
              </a:rPr>
              <a:t>Last</a:t>
            </a:r>
            <a:r>
              <a:rPr dirty="0" sz="1250" spc="-4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-25" b="1">
                <a:solidFill>
                  <a:srgbClr val="FFE5E5"/>
                </a:solidFill>
                <a:latin typeface="Trebuchet MS"/>
                <a:cs typeface="Trebuchet MS"/>
              </a:rPr>
              <a:t>In, </a:t>
            </a: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First</a:t>
            </a:r>
            <a:r>
              <a:rPr dirty="0" sz="1250" spc="-1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Out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.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element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80">
                <a:solidFill>
                  <a:srgbClr val="FFE5E5"/>
                </a:solidFill>
                <a:latin typeface="Tahoma"/>
                <a:cs typeface="Tahoma"/>
              </a:rPr>
              <a:t>added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300" i="1">
                <a:solidFill>
                  <a:srgbClr val="FFE5E5"/>
                </a:solidFill>
                <a:latin typeface="Arial"/>
                <a:cs typeface="Arial"/>
              </a:rPr>
              <a:t>most</a:t>
            </a:r>
            <a:r>
              <a:rPr dirty="0" sz="1300" spc="55" i="1">
                <a:solidFill>
                  <a:srgbClr val="FFE5E5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FFE5E5"/>
                </a:solidFill>
                <a:latin typeface="Arial"/>
                <a:cs typeface="Arial"/>
              </a:rPr>
              <a:t>recently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is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first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one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80">
                <a:solidFill>
                  <a:srgbClr val="FFE5E5"/>
                </a:solidFill>
                <a:latin typeface="Tahoma"/>
                <a:cs typeface="Tahoma"/>
              </a:rPr>
              <a:t>be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removed.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ahoma"/>
              <a:cs typeface="Tahoma"/>
            </a:endParaRPr>
          </a:p>
          <a:p>
            <a:pPr algn="just" marL="541655" marR="186690">
              <a:lnSpc>
                <a:spcPct val="137500"/>
              </a:lnSpc>
            </a:pPr>
            <a:r>
              <a:rPr dirty="0" sz="1250">
                <a:solidFill>
                  <a:srgbClr val="FFFFFF"/>
                </a:solidFill>
                <a:latin typeface="Tahoma"/>
                <a:cs typeface="Tahoma"/>
              </a:rPr>
              <a:t>Think</a:t>
            </a:r>
            <a:r>
              <a:rPr dirty="0" sz="125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25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25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FFFFFF"/>
                </a:solidFill>
                <a:latin typeface="Tahoma"/>
                <a:cs typeface="Tahoma"/>
              </a:rPr>
              <a:t>stack</a:t>
            </a:r>
            <a:r>
              <a:rPr dirty="0" sz="125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125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FFFF"/>
                </a:solidFill>
                <a:latin typeface="Tahoma"/>
                <a:cs typeface="Tahoma"/>
              </a:rPr>
              <a:t>books:</a:t>
            </a:r>
            <a:r>
              <a:rPr dirty="0" sz="125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125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FFFFFF"/>
                </a:solidFill>
                <a:latin typeface="Tahoma"/>
                <a:cs typeface="Tahoma"/>
              </a:rPr>
              <a:t>book </a:t>
            </a:r>
            <a:r>
              <a:rPr dirty="0" sz="125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dirty="0" sz="1250" spc="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FFFFFF"/>
                </a:solidFill>
                <a:latin typeface="Tahoma"/>
                <a:cs typeface="Tahoma"/>
              </a:rPr>
              <a:t>place</a:t>
            </a:r>
            <a:r>
              <a:rPr dirty="0" sz="1250" spc="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FFFF"/>
                </a:solidFill>
                <a:latin typeface="Tahoma"/>
                <a:cs typeface="Tahoma"/>
              </a:rPr>
              <a:t>last</a:t>
            </a:r>
            <a:r>
              <a:rPr dirty="0" sz="1250" spc="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1250" spc="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80">
                <a:solidFill>
                  <a:srgbClr val="FFFFFF"/>
                </a:solidFill>
                <a:latin typeface="Tahoma"/>
                <a:cs typeface="Tahoma"/>
              </a:rPr>
              <a:t>top</a:t>
            </a:r>
            <a:r>
              <a:rPr dirty="0" sz="1250" spc="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1250" spc="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FFFF"/>
                </a:solidFill>
                <a:latin typeface="Tahoma"/>
                <a:cs typeface="Tahoma"/>
              </a:rPr>
              <a:t>always</a:t>
            </a:r>
            <a:r>
              <a:rPr dirty="0" sz="1250" spc="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30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dirty="0" sz="1250">
                <a:solidFill>
                  <a:srgbClr val="FFFFFF"/>
                </a:solidFill>
                <a:latin typeface="Tahoma"/>
                <a:cs typeface="Tahoma"/>
              </a:rPr>
              <a:t>first</a:t>
            </a:r>
            <a:r>
              <a:rPr dirty="0" sz="1250" spc="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FFFF"/>
                </a:solidFill>
                <a:latin typeface="Tahoma"/>
                <a:cs typeface="Tahoma"/>
              </a:rPr>
              <a:t>one</a:t>
            </a:r>
            <a:r>
              <a:rPr dirty="0" sz="1250" spc="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r>
              <a:rPr dirty="0" sz="1250" spc="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FFFF"/>
                </a:solidFill>
                <a:latin typeface="Tahoma"/>
                <a:cs typeface="Tahoma"/>
              </a:rPr>
              <a:t>pick</a:t>
            </a:r>
            <a:r>
              <a:rPr dirty="0" sz="1250" spc="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FFFFFF"/>
                </a:solidFill>
                <a:latin typeface="Tahoma"/>
                <a:cs typeface="Tahoma"/>
              </a:rPr>
              <a:t>up!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50">
              <a:latin typeface="Tahoma"/>
              <a:cs typeface="Tahoma"/>
            </a:endParaRPr>
          </a:p>
          <a:p>
            <a:pPr marL="12700" marR="156210">
              <a:lnSpc>
                <a:spcPct val="136700"/>
              </a:lnSpc>
              <a:spcBef>
                <a:spcPts val="5"/>
              </a:spcBef>
            </a:pP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This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predictable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order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makes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stacks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incredibly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useful in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FFE5E5"/>
                </a:solidFill>
                <a:latin typeface="Tahoma"/>
                <a:cs typeface="Tahoma"/>
              </a:rPr>
              <a:t>computing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25">
                <a:solidFill>
                  <a:srgbClr val="FFE5E5"/>
                </a:solidFill>
                <a:latin typeface="Tahoma"/>
                <a:cs typeface="Tahoma"/>
              </a:rPr>
              <a:t>4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from </a:t>
            </a:r>
            <a:r>
              <a:rPr dirty="0" sz="1250" spc="65">
                <a:solidFill>
                  <a:srgbClr val="FFE5E5"/>
                </a:solidFill>
                <a:latin typeface="Tahoma"/>
                <a:cs typeface="Tahoma"/>
              </a:rPr>
              <a:t>memory</a:t>
            </a:r>
            <a:r>
              <a:rPr dirty="0" sz="1250" spc="-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management</a:t>
            </a:r>
            <a:r>
              <a:rPr dirty="0" sz="1250" spc="-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tracking</a:t>
            </a:r>
            <a:r>
              <a:rPr dirty="0" sz="1250" spc="-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browser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history.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217143" y="5852535"/>
            <a:ext cx="4345305" cy="542925"/>
            <a:chOff x="7217143" y="5852535"/>
            <a:chExt cx="4345305" cy="542925"/>
          </a:xfrm>
        </p:grpSpPr>
        <p:pic>
          <p:nvPicPr>
            <p:cNvPr id="13" name="object 13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444685" y="6080077"/>
              <a:ext cx="3890010" cy="87630"/>
            </a:xfrm>
            <a:custGeom>
              <a:avLst/>
              <a:gdLst/>
              <a:ahLst/>
              <a:cxnLst/>
              <a:rect l="l" t="t" r="r" b="b"/>
              <a:pathLst>
                <a:path w="3890009" h="87629">
                  <a:moveTo>
                    <a:pt x="0" y="87608"/>
                  </a:moveTo>
                  <a:lnTo>
                    <a:pt x="47091" y="84434"/>
                  </a:lnTo>
                  <a:lnTo>
                    <a:pt x="40469" y="84880"/>
                  </a:lnTo>
                  <a:lnTo>
                    <a:pt x="29432" y="85624"/>
                  </a:lnTo>
                  <a:lnTo>
                    <a:pt x="27224" y="85773"/>
                  </a:lnTo>
                  <a:lnTo>
                    <a:pt x="74230" y="82771"/>
                  </a:lnTo>
                  <a:lnTo>
                    <a:pt x="122928" y="80653"/>
                  </a:lnTo>
                  <a:lnTo>
                    <a:pt x="179082" y="79594"/>
                  </a:lnTo>
                  <a:lnTo>
                    <a:pt x="227273" y="79142"/>
                  </a:lnTo>
                  <a:lnTo>
                    <a:pt x="230841" y="79142"/>
                  </a:lnTo>
                  <a:lnTo>
                    <a:pt x="240225" y="79142"/>
                  </a:lnTo>
                  <a:lnTo>
                    <a:pt x="308435" y="79142"/>
                  </a:lnTo>
                  <a:lnTo>
                    <a:pt x="311844" y="79115"/>
                  </a:lnTo>
                  <a:lnTo>
                    <a:pt x="321159" y="78924"/>
                  </a:lnTo>
                  <a:lnTo>
                    <a:pt x="335010" y="78405"/>
                  </a:lnTo>
                  <a:lnTo>
                    <a:pt x="352029" y="77395"/>
                  </a:lnTo>
                  <a:lnTo>
                    <a:pt x="356151" y="77117"/>
                  </a:lnTo>
                  <a:lnTo>
                    <a:pt x="366855" y="76476"/>
                  </a:lnTo>
                  <a:lnTo>
                    <a:pt x="381651" y="75766"/>
                  </a:lnTo>
                  <a:lnTo>
                    <a:pt x="398048" y="75279"/>
                  </a:lnTo>
                  <a:lnTo>
                    <a:pt x="401833" y="75207"/>
                  </a:lnTo>
                  <a:lnTo>
                    <a:pt x="411956" y="74980"/>
                  </a:lnTo>
                  <a:lnTo>
                    <a:pt x="458978" y="73392"/>
                  </a:lnTo>
                  <a:lnTo>
                    <a:pt x="497372" y="71677"/>
                  </a:lnTo>
                  <a:lnTo>
                    <a:pt x="508592" y="71147"/>
                  </a:lnTo>
                  <a:lnTo>
                    <a:pt x="555742" y="69015"/>
                  </a:lnTo>
                  <a:lnTo>
                    <a:pt x="589271" y="67857"/>
                  </a:lnTo>
                  <a:lnTo>
                    <a:pt x="598914" y="67494"/>
                  </a:lnTo>
                  <a:lnTo>
                    <a:pt x="612755" y="66854"/>
                  </a:lnTo>
                  <a:lnTo>
                    <a:pt x="628970" y="65908"/>
                  </a:lnTo>
                  <a:lnTo>
                    <a:pt x="632802" y="65676"/>
                  </a:lnTo>
                  <a:lnTo>
                    <a:pt x="642824" y="65163"/>
                  </a:lnTo>
                  <a:lnTo>
                    <a:pt x="685759" y="64352"/>
                  </a:lnTo>
                  <a:lnTo>
                    <a:pt x="714006" y="64326"/>
                  </a:lnTo>
                  <a:lnTo>
                    <a:pt x="717466" y="64307"/>
                  </a:lnTo>
                  <a:lnTo>
                    <a:pt x="726583" y="64176"/>
                  </a:lnTo>
                  <a:lnTo>
                    <a:pt x="739459" y="63819"/>
                  </a:lnTo>
                  <a:lnTo>
                    <a:pt x="754200" y="63125"/>
                  </a:lnTo>
                  <a:lnTo>
                    <a:pt x="757646" y="62931"/>
                  </a:lnTo>
                  <a:lnTo>
                    <a:pt x="766726" y="62474"/>
                  </a:lnTo>
                  <a:lnTo>
                    <a:pt x="779555" y="61941"/>
                  </a:lnTo>
                  <a:lnTo>
                    <a:pt x="794246" y="61520"/>
                  </a:lnTo>
                  <a:lnTo>
                    <a:pt x="797670" y="61434"/>
                  </a:lnTo>
                  <a:lnTo>
                    <a:pt x="806645" y="61133"/>
                  </a:lnTo>
                  <a:lnTo>
                    <a:pt x="819226" y="60556"/>
                  </a:lnTo>
                  <a:lnTo>
                    <a:pt x="833469" y="59637"/>
                  </a:lnTo>
                  <a:lnTo>
                    <a:pt x="836791" y="59405"/>
                  </a:lnTo>
                  <a:lnTo>
                    <a:pt x="845623" y="58886"/>
                  </a:lnTo>
                  <a:lnTo>
                    <a:pt x="885539" y="58022"/>
                  </a:lnTo>
                  <a:lnTo>
                    <a:pt x="912376" y="57977"/>
                  </a:lnTo>
                  <a:lnTo>
                    <a:pt x="915646" y="57977"/>
                  </a:lnTo>
                  <a:lnTo>
                    <a:pt x="924234" y="57977"/>
                  </a:lnTo>
                  <a:lnTo>
                    <a:pt x="1175237" y="57977"/>
                  </a:lnTo>
                  <a:lnTo>
                    <a:pt x="1178513" y="57990"/>
                  </a:lnTo>
                  <a:lnTo>
                    <a:pt x="1187168" y="58085"/>
                  </a:lnTo>
                  <a:lnTo>
                    <a:pt x="1199446" y="58341"/>
                  </a:lnTo>
                  <a:lnTo>
                    <a:pt x="1213590" y="58841"/>
                  </a:lnTo>
                  <a:lnTo>
                    <a:pt x="1216926" y="58979"/>
                  </a:lnTo>
                  <a:lnTo>
                    <a:pt x="1225787" y="59298"/>
                  </a:lnTo>
                  <a:lnTo>
                    <a:pt x="1238453" y="59652"/>
                  </a:lnTo>
                  <a:lnTo>
                    <a:pt x="1253206" y="59899"/>
                  </a:lnTo>
                  <a:lnTo>
                    <a:pt x="1256710" y="59940"/>
                  </a:lnTo>
                  <a:lnTo>
                    <a:pt x="1266012" y="60078"/>
                  </a:lnTo>
                  <a:lnTo>
                    <a:pt x="1308000" y="61260"/>
                  </a:lnTo>
                  <a:lnTo>
                    <a:pt x="1340556" y="63101"/>
                  </a:lnTo>
                  <a:lnTo>
                    <a:pt x="1350041" y="63605"/>
                  </a:lnTo>
                  <a:lnTo>
                    <a:pt x="1363443" y="64108"/>
                  </a:lnTo>
                  <a:lnTo>
                    <a:pt x="1378790" y="64333"/>
                  </a:lnTo>
                  <a:lnTo>
                    <a:pt x="1382360" y="64332"/>
                  </a:lnTo>
                  <a:lnTo>
                    <a:pt x="1391692" y="64330"/>
                  </a:lnTo>
                  <a:lnTo>
                    <a:pt x="1404712" y="64327"/>
                  </a:lnTo>
                  <a:lnTo>
                    <a:pt x="1419352" y="64326"/>
                  </a:lnTo>
                  <a:lnTo>
                    <a:pt x="1422778" y="64343"/>
                  </a:lnTo>
                  <a:lnTo>
                    <a:pt x="1432004" y="64458"/>
                  </a:lnTo>
                  <a:lnTo>
                    <a:pt x="1445450" y="64773"/>
                  </a:lnTo>
                  <a:lnTo>
                    <a:pt x="1461540" y="65384"/>
                  </a:lnTo>
                  <a:lnTo>
                    <a:pt x="1465377" y="65559"/>
                  </a:lnTo>
                  <a:lnTo>
                    <a:pt x="1475357" y="65990"/>
                  </a:lnTo>
                  <a:lnTo>
                    <a:pt x="1517325" y="67420"/>
                  </a:lnTo>
                  <a:lnTo>
                    <a:pt x="1557936" y="68338"/>
                  </a:lnTo>
                  <a:lnTo>
                    <a:pt x="1585272" y="68559"/>
                  </a:lnTo>
                  <a:lnTo>
                    <a:pt x="1588630" y="68559"/>
                  </a:lnTo>
                  <a:lnTo>
                    <a:pt x="1597406" y="68559"/>
                  </a:lnTo>
                  <a:lnTo>
                    <a:pt x="1819154" y="68559"/>
                  </a:lnTo>
                  <a:lnTo>
                    <a:pt x="1822630" y="68578"/>
                  </a:lnTo>
                  <a:lnTo>
                    <a:pt x="1831790" y="68708"/>
                  </a:lnTo>
                  <a:lnTo>
                    <a:pt x="1844731" y="69060"/>
                  </a:lnTo>
                  <a:lnTo>
                    <a:pt x="1859553" y="69746"/>
                  </a:lnTo>
                  <a:lnTo>
                    <a:pt x="1863071" y="69930"/>
                  </a:lnTo>
                  <a:lnTo>
                    <a:pt x="1872578" y="70324"/>
                  </a:lnTo>
                  <a:lnTo>
                    <a:pt x="1886496" y="70693"/>
                  </a:lnTo>
                  <a:lnTo>
                    <a:pt x="1903252" y="70805"/>
                  </a:lnTo>
                  <a:lnTo>
                    <a:pt x="1907270" y="70799"/>
                  </a:lnTo>
                  <a:lnTo>
                    <a:pt x="1917746" y="70859"/>
                  </a:lnTo>
                  <a:lnTo>
                    <a:pt x="1932314" y="71096"/>
                  </a:lnTo>
                  <a:lnTo>
                    <a:pt x="1948609" y="71625"/>
                  </a:lnTo>
                  <a:lnTo>
                    <a:pt x="1952355" y="71775"/>
                  </a:lnTo>
                  <a:lnTo>
                    <a:pt x="1962211" y="72113"/>
                  </a:lnTo>
                  <a:lnTo>
                    <a:pt x="1976101" y="72471"/>
                  </a:lnTo>
                  <a:lnTo>
                    <a:pt x="1991949" y="72683"/>
                  </a:lnTo>
                  <a:lnTo>
                    <a:pt x="1995615" y="72711"/>
                  </a:lnTo>
                  <a:lnTo>
                    <a:pt x="2005145" y="72827"/>
                  </a:lnTo>
                  <a:lnTo>
                    <a:pt x="2018334" y="73077"/>
                  </a:lnTo>
                  <a:lnTo>
                    <a:pt x="2032979" y="73507"/>
                  </a:lnTo>
                  <a:lnTo>
                    <a:pt x="2036348" y="73624"/>
                  </a:lnTo>
                  <a:lnTo>
                    <a:pt x="2045298" y="73907"/>
                  </a:lnTo>
                  <a:lnTo>
                    <a:pt x="2085753" y="74737"/>
                  </a:lnTo>
                  <a:lnTo>
                    <a:pt x="2113698" y="74909"/>
                  </a:lnTo>
                  <a:lnTo>
                    <a:pt x="2117199" y="74909"/>
                  </a:lnTo>
                  <a:lnTo>
                    <a:pt x="2126530" y="74909"/>
                  </a:lnTo>
                  <a:lnTo>
                    <a:pt x="2139935" y="74909"/>
                  </a:lnTo>
                  <a:lnTo>
                    <a:pt x="2155657" y="74909"/>
                  </a:lnTo>
                  <a:lnTo>
                    <a:pt x="2159425" y="74913"/>
                  </a:lnTo>
                  <a:lnTo>
                    <a:pt x="2201282" y="75173"/>
                  </a:lnTo>
                  <a:lnTo>
                    <a:pt x="2247819" y="76231"/>
                  </a:lnTo>
                  <a:lnTo>
                    <a:pt x="2251731" y="76355"/>
                  </a:lnTo>
                  <a:lnTo>
                    <a:pt x="2262131" y="76629"/>
                  </a:lnTo>
                  <a:lnTo>
                    <a:pt x="2277021" y="76902"/>
                  </a:lnTo>
                  <a:lnTo>
                    <a:pt x="2294399" y="77026"/>
                  </a:lnTo>
                  <a:lnTo>
                    <a:pt x="2298527" y="77042"/>
                  </a:lnTo>
                  <a:lnTo>
                    <a:pt x="2309468" y="77158"/>
                  </a:lnTo>
                  <a:lnTo>
                    <a:pt x="2325056" y="77472"/>
                  </a:lnTo>
                  <a:lnTo>
                    <a:pt x="2343127" y="78084"/>
                  </a:lnTo>
                  <a:lnTo>
                    <a:pt x="2347369" y="78249"/>
                  </a:lnTo>
                  <a:lnTo>
                    <a:pt x="2358476" y="78613"/>
                  </a:lnTo>
                  <a:lnTo>
                    <a:pt x="2374016" y="78977"/>
                  </a:lnTo>
                  <a:lnTo>
                    <a:pt x="2391559" y="79142"/>
                  </a:lnTo>
                  <a:lnTo>
                    <a:pt x="2395600" y="79159"/>
                  </a:lnTo>
                  <a:lnTo>
                    <a:pt x="2406151" y="79274"/>
                  </a:lnTo>
                  <a:lnTo>
                    <a:pt x="2420855" y="79588"/>
                  </a:lnTo>
                  <a:lnTo>
                    <a:pt x="2437356" y="80200"/>
                  </a:lnTo>
                  <a:lnTo>
                    <a:pt x="2441156" y="80366"/>
                  </a:lnTo>
                  <a:lnTo>
                    <a:pt x="2451147" y="80730"/>
                  </a:lnTo>
                  <a:lnTo>
                    <a:pt x="2465211" y="81094"/>
                  </a:lnTo>
                  <a:lnTo>
                    <a:pt x="2481234" y="81259"/>
                  </a:lnTo>
                  <a:lnTo>
                    <a:pt x="2484942" y="81259"/>
                  </a:lnTo>
                  <a:lnTo>
                    <a:pt x="2494600" y="81259"/>
                  </a:lnTo>
                  <a:lnTo>
                    <a:pt x="2561612" y="81259"/>
                  </a:lnTo>
                  <a:lnTo>
                    <a:pt x="2564826" y="81272"/>
                  </a:lnTo>
                  <a:lnTo>
                    <a:pt x="2603003" y="82222"/>
                  </a:lnTo>
                  <a:lnTo>
                    <a:pt x="2640859" y="84589"/>
                  </a:lnTo>
                  <a:lnTo>
                    <a:pt x="2649142" y="85078"/>
                  </a:lnTo>
                  <a:lnTo>
                    <a:pt x="2660681" y="85534"/>
                  </a:lnTo>
                  <a:lnTo>
                    <a:pt x="2673623" y="85664"/>
                  </a:lnTo>
                  <a:lnTo>
                    <a:pt x="2676609" y="85637"/>
                  </a:lnTo>
                  <a:lnTo>
                    <a:pt x="2684486" y="85578"/>
                  </a:lnTo>
                  <a:lnTo>
                    <a:pt x="2695634" y="85519"/>
                  </a:lnTo>
                  <a:lnTo>
                    <a:pt x="2708429" y="85492"/>
                  </a:lnTo>
                  <a:lnTo>
                    <a:pt x="2711359" y="85492"/>
                  </a:lnTo>
                  <a:lnTo>
                    <a:pt x="2718790" y="85492"/>
                  </a:lnTo>
                  <a:lnTo>
                    <a:pt x="2739002" y="85492"/>
                  </a:lnTo>
                  <a:lnTo>
                    <a:pt x="2763818" y="85492"/>
                  </a:lnTo>
                  <a:lnTo>
                    <a:pt x="2787324" y="85492"/>
                  </a:lnTo>
                  <a:lnTo>
                    <a:pt x="2811506" y="85492"/>
                  </a:lnTo>
                  <a:lnTo>
                    <a:pt x="2835207" y="85492"/>
                  </a:lnTo>
                  <a:lnTo>
                    <a:pt x="2858273" y="85492"/>
                  </a:lnTo>
                  <a:lnTo>
                    <a:pt x="2882492" y="85492"/>
                  </a:lnTo>
                  <a:lnTo>
                    <a:pt x="2906560" y="85492"/>
                  </a:lnTo>
                  <a:lnTo>
                    <a:pt x="2929336" y="85492"/>
                  </a:lnTo>
                  <a:lnTo>
                    <a:pt x="2951857" y="85492"/>
                  </a:lnTo>
                  <a:lnTo>
                    <a:pt x="2975096" y="85492"/>
                  </a:lnTo>
                  <a:lnTo>
                    <a:pt x="2999098" y="85492"/>
                  </a:lnTo>
                  <a:lnTo>
                    <a:pt x="3053286" y="85492"/>
                  </a:lnTo>
                  <a:lnTo>
                    <a:pt x="3056709" y="85459"/>
                  </a:lnTo>
                  <a:lnTo>
                    <a:pt x="3065874" y="85227"/>
                  </a:lnTo>
                  <a:lnTo>
                    <a:pt x="3079123" y="84599"/>
                  </a:lnTo>
                  <a:lnTo>
                    <a:pt x="3094796" y="83375"/>
                  </a:lnTo>
                  <a:lnTo>
                    <a:pt x="3098906" y="83045"/>
                  </a:lnTo>
                  <a:lnTo>
                    <a:pt x="3111335" y="82317"/>
                  </a:lnTo>
                  <a:lnTo>
                    <a:pt x="3132239" y="81590"/>
                  </a:lnTo>
                  <a:lnTo>
                    <a:pt x="3161771" y="81259"/>
                  </a:lnTo>
                  <a:lnTo>
                    <a:pt x="3169080" y="81239"/>
                  </a:lnTo>
                  <a:lnTo>
                    <a:pt x="3186349" y="81100"/>
                  </a:lnTo>
                  <a:lnTo>
                    <a:pt x="3206589" y="80723"/>
                  </a:lnTo>
                  <a:lnTo>
                    <a:pt x="3222810" y="79988"/>
                  </a:lnTo>
                  <a:lnTo>
                    <a:pt x="3225664" y="79766"/>
                  </a:lnTo>
                  <a:lnTo>
                    <a:pt x="3233757" y="79170"/>
                  </a:lnTo>
                  <a:lnTo>
                    <a:pt x="3278981" y="76346"/>
                  </a:lnTo>
                  <a:lnTo>
                    <a:pt x="3319204" y="74320"/>
                  </a:lnTo>
                  <a:lnTo>
                    <a:pt x="3366429" y="72425"/>
                  </a:lnTo>
                  <a:lnTo>
                    <a:pt x="3419996" y="71344"/>
                  </a:lnTo>
                  <a:lnTo>
                    <a:pt x="3426857" y="71163"/>
                  </a:lnTo>
                  <a:lnTo>
                    <a:pt x="3475355" y="68706"/>
                  </a:lnTo>
                  <a:lnTo>
                    <a:pt x="3521730" y="64904"/>
                  </a:lnTo>
                  <a:lnTo>
                    <a:pt x="3572424" y="59300"/>
                  </a:lnTo>
                  <a:lnTo>
                    <a:pt x="3605546" y="54488"/>
                  </a:lnTo>
                  <a:lnTo>
                    <a:pt x="3619950" y="52431"/>
                  </a:lnTo>
                  <a:lnTo>
                    <a:pt x="3639625" y="50073"/>
                  </a:lnTo>
                  <a:lnTo>
                    <a:pt x="3661027" y="48288"/>
                  </a:lnTo>
                  <a:lnTo>
                    <a:pt x="3665780" y="47954"/>
                  </a:lnTo>
                  <a:lnTo>
                    <a:pt x="3677967" y="46822"/>
                  </a:lnTo>
                  <a:lnTo>
                    <a:pt x="3716126" y="40398"/>
                  </a:lnTo>
                  <a:lnTo>
                    <a:pt x="3755600" y="26062"/>
                  </a:lnTo>
                  <a:lnTo>
                    <a:pt x="3759005" y="24502"/>
                  </a:lnTo>
                  <a:lnTo>
                    <a:pt x="3767594" y="21094"/>
                  </a:lnTo>
                  <a:lnTo>
                    <a:pt x="3778925" y="17751"/>
                  </a:lnTo>
                  <a:lnTo>
                    <a:pt x="3790560" y="16386"/>
                  </a:lnTo>
                  <a:lnTo>
                    <a:pt x="3793069" y="16448"/>
                  </a:lnTo>
                  <a:lnTo>
                    <a:pt x="3799661" y="16623"/>
                  </a:lnTo>
                  <a:lnTo>
                    <a:pt x="3808932" y="16895"/>
                  </a:lnTo>
                  <a:lnTo>
                    <a:pt x="3819480" y="17247"/>
                  </a:lnTo>
                  <a:lnTo>
                    <a:pt x="3821896" y="17327"/>
                  </a:lnTo>
                  <a:lnTo>
                    <a:pt x="3828087" y="17504"/>
                  </a:lnTo>
                  <a:lnTo>
                    <a:pt x="3836470" y="17681"/>
                  </a:lnTo>
                  <a:lnTo>
                    <a:pt x="3845460" y="17761"/>
                  </a:lnTo>
                  <a:lnTo>
                    <a:pt x="3847541" y="17622"/>
                  </a:lnTo>
                  <a:lnTo>
                    <a:pt x="3853343" y="16651"/>
                  </a:lnTo>
                  <a:lnTo>
                    <a:pt x="3862201" y="14015"/>
                  </a:lnTo>
                  <a:lnTo>
                    <a:pt x="3873455" y="8880"/>
                  </a:lnTo>
                  <a:lnTo>
                    <a:pt x="3889761" y="0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24012" y="253"/>
            <a:ext cx="4697095" cy="6454775"/>
            <a:chOff x="6924012" y="253"/>
            <a:chExt cx="4697095" cy="64547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49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51553" y="5875327"/>
              <a:ext cx="4241800" cy="130810"/>
            </a:xfrm>
            <a:custGeom>
              <a:avLst/>
              <a:gdLst/>
              <a:ahLst/>
              <a:cxnLst/>
              <a:rect l="l" t="t" r="r" b="b"/>
              <a:pathLst>
                <a:path w="4241800" h="130810">
                  <a:moveTo>
                    <a:pt x="0" y="0"/>
                  </a:moveTo>
                  <a:lnTo>
                    <a:pt x="77097" y="7834"/>
                  </a:lnTo>
                  <a:lnTo>
                    <a:pt x="66255" y="6733"/>
                  </a:lnTo>
                  <a:lnTo>
                    <a:pt x="48186" y="4896"/>
                  </a:lnTo>
                  <a:lnTo>
                    <a:pt x="44572" y="4529"/>
                  </a:lnTo>
                  <a:lnTo>
                    <a:pt x="90221" y="9144"/>
                  </a:lnTo>
                  <a:lnTo>
                    <a:pt x="171225" y="16743"/>
                  </a:lnTo>
                  <a:lnTo>
                    <a:pt x="223118" y="21116"/>
                  </a:lnTo>
                  <a:lnTo>
                    <a:pt x="234670" y="22051"/>
                  </a:lnTo>
                  <a:lnTo>
                    <a:pt x="263840" y="24508"/>
                  </a:lnTo>
                  <a:lnTo>
                    <a:pt x="302401" y="27966"/>
                  </a:lnTo>
                  <a:lnTo>
                    <a:pt x="342126" y="31904"/>
                  </a:lnTo>
                  <a:lnTo>
                    <a:pt x="350962" y="32802"/>
                  </a:lnTo>
                  <a:lnTo>
                    <a:pt x="375252" y="35085"/>
                  </a:lnTo>
                  <a:lnTo>
                    <a:pt x="411666" y="38133"/>
                  </a:lnTo>
                  <a:lnTo>
                    <a:pt x="456874" y="41329"/>
                  </a:lnTo>
                  <a:lnTo>
                    <a:pt x="467644" y="42072"/>
                  </a:lnTo>
                  <a:lnTo>
                    <a:pt x="494536" y="44209"/>
                  </a:lnTo>
                  <a:lnTo>
                    <a:pt x="529424" y="47603"/>
                  </a:lnTo>
                  <a:lnTo>
                    <a:pt x="564184" y="52117"/>
                  </a:lnTo>
                  <a:lnTo>
                    <a:pt x="571437" y="53224"/>
                  </a:lnTo>
                  <a:lnTo>
                    <a:pt x="590217" y="55944"/>
                  </a:lnTo>
                  <a:lnTo>
                    <a:pt x="616061" y="59378"/>
                  </a:lnTo>
                  <a:lnTo>
                    <a:pt x="644502" y="62625"/>
                  </a:lnTo>
                  <a:lnTo>
                    <a:pt x="650982" y="63287"/>
                  </a:lnTo>
                  <a:lnTo>
                    <a:pt x="668092" y="65072"/>
                  </a:lnTo>
                  <a:lnTo>
                    <a:pt x="692339" y="67673"/>
                  </a:lnTo>
                  <a:lnTo>
                    <a:pt x="720227" y="70785"/>
                  </a:lnTo>
                  <a:lnTo>
                    <a:pt x="726711" y="71509"/>
                  </a:lnTo>
                  <a:lnTo>
                    <a:pt x="743561" y="73310"/>
                  </a:lnTo>
                  <a:lnTo>
                    <a:pt x="766867" y="75632"/>
                  </a:lnTo>
                  <a:lnTo>
                    <a:pt x="792722" y="77919"/>
                  </a:lnTo>
                  <a:lnTo>
                    <a:pt x="798583" y="78403"/>
                  </a:lnTo>
                  <a:lnTo>
                    <a:pt x="813780" y="79711"/>
                  </a:lnTo>
                  <a:lnTo>
                    <a:pt x="857873" y="83927"/>
                  </a:lnTo>
                  <a:lnTo>
                    <a:pt x="896788" y="88049"/>
                  </a:lnTo>
                  <a:lnTo>
                    <a:pt x="919403" y="90467"/>
                  </a:lnTo>
                  <a:lnTo>
                    <a:pt x="924729" y="91035"/>
                  </a:lnTo>
                  <a:lnTo>
                    <a:pt x="982882" y="97022"/>
                  </a:lnTo>
                  <a:lnTo>
                    <a:pt x="1025100" y="100041"/>
                  </a:lnTo>
                  <a:lnTo>
                    <a:pt x="1056189" y="101052"/>
                  </a:lnTo>
                  <a:lnTo>
                    <a:pt x="1071403" y="101396"/>
                  </a:lnTo>
                  <a:lnTo>
                    <a:pt x="1092225" y="101938"/>
                  </a:lnTo>
                  <a:lnTo>
                    <a:pt x="1114941" y="102654"/>
                  </a:lnTo>
                  <a:lnTo>
                    <a:pt x="1120101" y="102836"/>
                  </a:lnTo>
                  <a:lnTo>
                    <a:pt x="1133790" y="103315"/>
                  </a:lnTo>
                  <a:lnTo>
                    <a:pt x="1176021" y="104770"/>
                  </a:lnTo>
                  <a:lnTo>
                    <a:pt x="1214754" y="106056"/>
                  </a:lnTo>
                  <a:lnTo>
                    <a:pt x="1255471" y="107243"/>
                  </a:lnTo>
                  <a:lnTo>
                    <a:pt x="1298821" y="107819"/>
                  </a:lnTo>
                  <a:lnTo>
                    <a:pt x="1338936" y="107926"/>
                  </a:lnTo>
                  <a:lnTo>
                    <a:pt x="1366279" y="107946"/>
                  </a:lnTo>
                  <a:lnTo>
                    <a:pt x="1379585" y="107950"/>
                  </a:lnTo>
                  <a:lnTo>
                    <a:pt x="1419284" y="107986"/>
                  </a:lnTo>
                  <a:lnTo>
                    <a:pt x="1477228" y="109044"/>
                  </a:lnTo>
                  <a:lnTo>
                    <a:pt x="1482289" y="109203"/>
                  </a:lnTo>
                  <a:lnTo>
                    <a:pt x="1495577" y="109553"/>
                  </a:lnTo>
                  <a:lnTo>
                    <a:pt x="1514246" y="109902"/>
                  </a:lnTo>
                  <a:lnTo>
                    <a:pt x="1535449" y="110061"/>
                  </a:lnTo>
                  <a:lnTo>
                    <a:pt x="1540340" y="110061"/>
                  </a:lnTo>
                  <a:lnTo>
                    <a:pt x="1553058" y="110061"/>
                  </a:lnTo>
                  <a:lnTo>
                    <a:pt x="1639530" y="110061"/>
                  </a:lnTo>
                  <a:lnTo>
                    <a:pt x="1643618" y="110082"/>
                  </a:lnTo>
                  <a:lnTo>
                    <a:pt x="1654839" y="110228"/>
                  </a:lnTo>
                  <a:lnTo>
                    <a:pt x="1671629" y="110625"/>
                  </a:lnTo>
                  <a:lnTo>
                    <a:pt x="1692423" y="111397"/>
                  </a:lnTo>
                  <a:lnTo>
                    <a:pt x="1697522" y="111618"/>
                  </a:lnTo>
                  <a:lnTo>
                    <a:pt x="1710944" y="112163"/>
                  </a:lnTo>
                  <a:lnTo>
                    <a:pt x="1751491" y="113514"/>
                  </a:lnTo>
                  <a:lnTo>
                    <a:pt x="1806111" y="114295"/>
                  </a:lnTo>
                  <a:lnTo>
                    <a:pt x="1810378" y="114295"/>
                  </a:lnTo>
                  <a:lnTo>
                    <a:pt x="1821311" y="114295"/>
                  </a:lnTo>
                  <a:lnTo>
                    <a:pt x="1998559" y="114295"/>
                  </a:lnTo>
                  <a:lnTo>
                    <a:pt x="2002583" y="114275"/>
                  </a:lnTo>
                  <a:lnTo>
                    <a:pt x="2013245" y="114136"/>
                  </a:lnTo>
                  <a:lnTo>
                    <a:pt x="2028425" y="113759"/>
                  </a:lnTo>
                  <a:lnTo>
                    <a:pt x="2046008" y="113026"/>
                  </a:lnTo>
                  <a:lnTo>
                    <a:pt x="2050191" y="112814"/>
                  </a:lnTo>
                  <a:lnTo>
                    <a:pt x="2061400" y="112285"/>
                  </a:lnTo>
                  <a:lnTo>
                    <a:pt x="2077619" y="111597"/>
                  </a:lnTo>
                  <a:lnTo>
                    <a:pt x="2096834" y="110909"/>
                  </a:lnTo>
                  <a:lnTo>
                    <a:pt x="2101407" y="110760"/>
                  </a:lnTo>
                  <a:lnTo>
                    <a:pt x="2113374" y="110353"/>
                  </a:lnTo>
                  <a:lnTo>
                    <a:pt x="2130106" y="109747"/>
                  </a:lnTo>
                  <a:lnTo>
                    <a:pt x="2148977" y="109003"/>
                  </a:lnTo>
                  <a:lnTo>
                    <a:pt x="2153388" y="108826"/>
                  </a:lnTo>
                  <a:lnTo>
                    <a:pt x="2165202" y="108376"/>
                  </a:lnTo>
                  <a:lnTo>
                    <a:pt x="2207312" y="107028"/>
                  </a:lnTo>
                  <a:lnTo>
                    <a:pt x="2255672" y="106097"/>
                  </a:lnTo>
                  <a:lnTo>
                    <a:pt x="2301746" y="105828"/>
                  </a:lnTo>
                  <a:lnTo>
                    <a:pt x="2305526" y="105828"/>
                  </a:lnTo>
                  <a:lnTo>
                    <a:pt x="2316193" y="105828"/>
                  </a:lnTo>
                  <a:lnTo>
                    <a:pt x="2411107" y="105828"/>
                  </a:lnTo>
                  <a:lnTo>
                    <a:pt x="2415576" y="105844"/>
                  </a:lnTo>
                  <a:lnTo>
                    <a:pt x="2427646" y="105960"/>
                  </a:lnTo>
                  <a:lnTo>
                    <a:pt x="2445317" y="106275"/>
                  </a:lnTo>
                  <a:lnTo>
                    <a:pt x="2466586" y="106887"/>
                  </a:lnTo>
                  <a:lnTo>
                    <a:pt x="2471672" y="107052"/>
                  </a:lnTo>
                  <a:lnTo>
                    <a:pt x="2484874" y="107416"/>
                  </a:lnTo>
                  <a:lnTo>
                    <a:pt x="2503107" y="107780"/>
                  </a:lnTo>
                  <a:lnTo>
                    <a:pt x="2523288" y="107945"/>
                  </a:lnTo>
                  <a:lnTo>
                    <a:pt x="2527912" y="107947"/>
                  </a:lnTo>
                  <a:lnTo>
                    <a:pt x="2540157" y="107962"/>
                  </a:lnTo>
                  <a:lnTo>
                    <a:pt x="2582573" y="108128"/>
                  </a:lnTo>
                  <a:lnTo>
                    <a:pt x="2638630" y="110193"/>
                  </a:lnTo>
                  <a:lnTo>
                    <a:pt x="2644272" y="110505"/>
                  </a:lnTo>
                  <a:lnTo>
                    <a:pt x="2658806" y="111206"/>
                  </a:lnTo>
                  <a:lnTo>
                    <a:pt x="2678648" y="111939"/>
                  </a:lnTo>
                  <a:lnTo>
                    <a:pt x="2700211" y="112346"/>
                  </a:lnTo>
                  <a:lnTo>
                    <a:pt x="2705256" y="112386"/>
                  </a:lnTo>
                  <a:lnTo>
                    <a:pt x="2719339" y="112542"/>
                  </a:lnTo>
                  <a:lnTo>
                    <a:pt x="2768311" y="113405"/>
                  </a:lnTo>
                  <a:lnTo>
                    <a:pt x="2815546" y="114602"/>
                  </a:lnTo>
                  <a:lnTo>
                    <a:pt x="2840483" y="115353"/>
                  </a:lnTo>
                  <a:lnTo>
                    <a:pt x="2846027" y="115513"/>
                  </a:lnTo>
                  <a:lnTo>
                    <a:pt x="2860557" y="115841"/>
                  </a:lnTo>
                  <a:lnTo>
                    <a:pt x="2880912" y="116108"/>
                  </a:lnTo>
                  <a:lnTo>
                    <a:pt x="2903937" y="116083"/>
                  </a:lnTo>
                  <a:lnTo>
                    <a:pt x="2942376" y="115499"/>
                  </a:lnTo>
                  <a:lnTo>
                    <a:pt x="2968938" y="114911"/>
                  </a:lnTo>
                  <a:lnTo>
                    <a:pt x="2981954" y="114660"/>
                  </a:lnTo>
                  <a:lnTo>
                    <a:pt x="3000217" y="114409"/>
                  </a:lnTo>
                  <a:lnTo>
                    <a:pt x="3020919" y="114295"/>
                  </a:lnTo>
                  <a:lnTo>
                    <a:pt x="3025688" y="114311"/>
                  </a:lnTo>
                  <a:lnTo>
                    <a:pt x="3038081" y="114427"/>
                  </a:lnTo>
                  <a:lnTo>
                    <a:pt x="3055231" y="114741"/>
                  </a:lnTo>
                  <a:lnTo>
                    <a:pt x="3074269" y="115353"/>
                  </a:lnTo>
                  <a:lnTo>
                    <a:pt x="3078581" y="115518"/>
                  </a:lnTo>
                  <a:lnTo>
                    <a:pt x="3089731" y="115882"/>
                  </a:lnTo>
                  <a:lnTo>
                    <a:pt x="3105048" y="116246"/>
                  </a:lnTo>
                  <a:lnTo>
                    <a:pt x="3121856" y="116411"/>
                  </a:lnTo>
                  <a:lnTo>
                    <a:pt x="3125576" y="116411"/>
                  </a:lnTo>
                  <a:lnTo>
                    <a:pt x="3134951" y="116411"/>
                  </a:lnTo>
                  <a:lnTo>
                    <a:pt x="3147305" y="116411"/>
                  </a:lnTo>
                  <a:lnTo>
                    <a:pt x="3159961" y="116411"/>
                  </a:lnTo>
                  <a:lnTo>
                    <a:pt x="3162714" y="116394"/>
                  </a:lnTo>
                  <a:lnTo>
                    <a:pt x="3170066" y="116279"/>
                  </a:lnTo>
                  <a:lnTo>
                    <a:pt x="3180659" y="115965"/>
                  </a:lnTo>
                  <a:lnTo>
                    <a:pt x="3193134" y="115353"/>
                  </a:lnTo>
                  <a:lnTo>
                    <a:pt x="3196084" y="115188"/>
                  </a:lnTo>
                  <a:lnTo>
                    <a:pt x="3203774" y="114824"/>
                  </a:lnTo>
                  <a:lnTo>
                    <a:pt x="3214462" y="114460"/>
                  </a:lnTo>
                  <a:lnTo>
                    <a:pt x="3226408" y="114295"/>
                  </a:lnTo>
                  <a:lnTo>
                    <a:pt x="3229159" y="114295"/>
                  </a:lnTo>
                  <a:lnTo>
                    <a:pt x="3236426" y="114295"/>
                  </a:lnTo>
                  <a:lnTo>
                    <a:pt x="3316016" y="114295"/>
                  </a:lnTo>
                  <a:lnTo>
                    <a:pt x="3437734" y="114295"/>
                  </a:lnTo>
                  <a:lnTo>
                    <a:pt x="3459349" y="114295"/>
                  </a:lnTo>
                  <a:lnTo>
                    <a:pt x="3481061" y="114295"/>
                  </a:lnTo>
                  <a:lnTo>
                    <a:pt x="3502823" y="114295"/>
                  </a:lnTo>
                  <a:lnTo>
                    <a:pt x="3504732" y="114311"/>
                  </a:lnTo>
                  <a:lnTo>
                    <a:pt x="3510038" y="114427"/>
                  </a:lnTo>
                  <a:lnTo>
                    <a:pt x="3518110" y="114741"/>
                  </a:lnTo>
                  <a:lnTo>
                    <a:pt x="3528316" y="115353"/>
                  </a:lnTo>
                  <a:lnTo>
                    <a:pt x="3530869" y="115518"/>
                  </a:lnTo>
                  <a:lnTo>
                    <a:pt x="3537676" y="115882"/>
                  </a:lnTo>
                  <a:lnTo>
                    <a:pt x="3547460" y="116246"/>
                  </a:lnTo>
                  <a:lnTo>
                    <a:pt x="3558943" y="116411"/>
                  </a:lnTo>
                  <a:lnTo>
                    <a:pt x="3561643" y="116411"/>
                  </a:lnTo>
                  <a:lnTo>
                    <a:pt x="3568637" y="116411"/>
                  </a:lnTo>
                  <a:lnTo>
                    <a:pt x="3620041" y="116411"/>
                  </a:lnTo>
                  <a:lnTo>
                    <a:pt x="3623021" y="116420"/>
                  </a:lnTo>
                  <a:lnTo>
                    <a:pt x="3631037" y="116482"/>
                  </a:lnTo>
                  <a:lnTo>
                    <a:pt x="3642699" y="116651"/>
                  </a:lnTo>
                  <a:lnTo>
                    <a:pt x="3656619" y="116981"/>
                  </a:lnTo>
                  <a:lnTo>
                    <a:pt x="3659932" y="117069"/>
                  </a:lnTo>
                  <a:lnTo>
                    <a:pt x="3668544" y="117261"/>
                  </a:lnTo>
                  <a:lnTo>
                    <a:pt x="3680460" y="117446"/>
                  </a:lnTo>
                  <a:lnTo>
                    <a:pt x="3693686" y="117515"/>
                  </a:lnTo>
                  <a:lnTo>
                    <a:pt x="3696836" y="117527"/>
                  </a:lnTo>
                  <a:lnTo>
                    <a:pt x="3705669" y="117635"/>
                  </a:lnTo>
                  <a:lnTo>
                    <a:pt x="3719262" y="117950"/>
                  </a:lnTo>
                  <a:lnTo>
                    <a:pt x="3736691" y="118582"/>
                  </a:lnTo>
                  <a:lnTo>
                    <a:pt x="3741044" y="118761"/>
                  </a:lnTo>
                  <a:lnTo>
                    <a:pt x="3752479" y="119193"/>
                  </a:lnTo>
                  <a:lnTo>
                    <a:pt x="3768556" y="119714"/>
                  </a:lnTo>
                  <a:lnTo>
                    <a:pt x="3786840" y="120164"/>
                  </a:lnTo>
                  <a:lnTo>
                    <a:pt x="3791195" y="120262"/>
                  </a:lnTo>
                  <a:lnTo>
                    <a:pt x="3803107" y="120590"/>
                  </a:lnTo>
                  <a:lnTo>
                    <a:pt x="3820847" y="121195"/>
                  </a:lnTo>
                  <a:lnTo>
                    <a:pt x="3842685" y="122126"/>
                  </a:lnTo>
                  <a:lnTo>
                    <a:pt x="3848243" y="122379"/>
                  </a:lnTo>
                  <a:lnTo>
                    <a:pt x="3863836" y="123043"/>
                  </a:lnTo>
                  <a:lnTo>
                    <a:pt x="3887846" y="123971"/>
                  </a:lnTo>
                  <a:lnTo>
                    <a:pt x="3918652" y="125019"/>
                  </a:lnTo>
                  <a:lnTo>
                    <a:pt x="3926001" y="125270"/>
                  </a:lnTo>
                  <a:lnTo>
                    <a:pt x="3943778" y="125969"/>
                  </a:lnTo>
                  <a:lnTo>
                    <a:pt x="3965580" y="127033"/>
                  </a:lnTo>
                  <a:lnTo>
                    <a:pt x="3985004" y="128379"/>
                  </a:lnTo>
                  <a:lnTo>
                    <a:pt x="3988623" y="128664"/>
                  </a:lnTo>
                  <a:lnTo>
                    <a:pt x="3997858" y="129192"/>
                  </a:lnTo>
                  <a:lnTo>
                    <a:pt x="4010273" y="129478"/>
                  </a:lnTo>
                  <a:lnTo>
                    <a:pt x="4023433" y="129035"/>
                  </a:lnTo>
                  <a:lnTo>
                    <a:pt x="4026324" y="128857"/>
                  </a:lnTo>
                  <a:lnTo>
                    <a:pt x="4033841" y="128577"/>
                  </a:lnTo>
                  <a:lnTo>
                    <a:pt x="4044249" y="128579"/>
                  </a:lnTo>
                  <a:lnTo>
                    <a:pt x="4055813" y="129247"/>
                  </a:lnTo>
                  <a:lnTo>
                    <a:pt x="4058557" y="129470"/>
                  </a:lnTo>
                  <a:lnTo>
                    <a:pt x="4066198" y="129907"/>
                  </a:lnTo>
                  <a:lnTo>
                    <a:pt x="4077852" y="130206"/>
                  </a:lnTo>
                  <a:lnTo>
                    <a:pt x="4092635" y="130016"/>
                  </a:lnTo>
                  <a:lnTo>
                    <a:pt x="4096237" y="129883"/>
                  </a:lnTo>
                  <a:lnTo>
                    <a:pt x="4105394" y="129507"/>
                  </a:lnTo>
                  <a:lnTo>
                    <a:pt x="4117639" y="128921"/>
                  </a:lnTo>
                  <a:lnTo>
                    <a:pt x="4130502" y="128156"/>
                  </a:lnTo>
                  <a:lnTo>
                    <a:pt x="4133293" y="127980"/>
                  </a:lnTo>
                  <a:lnTo>
                    <a:pt x="4140481" y="127589"/>
                  </a:lnTo>
                  <a:lnTo>
                    <a:pt x="4150291" y="127191"/>
                  </a:lnTo>
                  <a:lnTo>
                    <a:pt x="4160946" y="126993"/>
                  </a:lnTo>
                  <a:lnTo>
                    <a:pt x="4163383" y="127005"/>
                  </a:lnTo>
                  <a:lnTo>
                    <a:pt x="4169960" y="127122"/>
                  </a:lnTo>
                  <a:lnTo>
                    <a:pt x="4179574" y="127464"/>
                  </a:lnTo>
                  <a:lnTo>
                    <a:pt x="4191122" y="128151"/>
                  </a:lnTo>
                  <a:lnTo>
                    <a:pt x="4193860" y="128319"/>
                  </a:lnTo>
                  <a:lnTo>
                    <a:pt x="4200876" y="128602"/>
                  </a:lnTo>
                  <a:lnTo>
                    <a:pt x="4210375" y="128665"/>
                  </a:lnTo>
                  <a:lnTo>
                    <a:pt x="4220561" y="128171"/>
                  </a:lnTo>
                  <a:lnTo>
                    <a:pt x="4233802" y="126994"/>
                  </a:lnTo>
                  <a:lnTo>
                    <a:pt x="4237798" y="116411"/>
                  </a:lnTo>
                  <a:lnTo>
                    <a:pt x="4241796" y="105828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314522" y="6161065"/>
              <a:ext cx="4036695" cy="66675"/>
            </a:xfrm>
            <a:custGeom>
              <a:avLst/>
              <a:gdLst/>
              <a:ahLst/>
              <a:cxnLst/>
              <a:rect l="l" t="t" r="r" b="b"/>
              <a:pathLst>
                <a:path w="4036695" h="66675">
                  <a:moveTo>
                    <a:pt x="0" y="52914"/>
                  </a:moveTo>
                  <a:lnTo>
                    <a:pt x="74396" y="52914"/>
                  </a:lnTo>
                  <a:lnTo>
                    <a:pt x="63934" y="52914"/>
                  </a:lnTo>
                  <a:lnTo>
                    <a:pt x="46498" y="52914"/>
                  </a:lnTo>
                  <a:lnTo>
                    <a:pt x="43010" y="52914"/>
                  </a:lnTo>
                  <a:lnTo>
                    <a:pt x="74396" y="52914"/>
                  </a:lnTo>
                  <a:lnTo>
                    <a:pt x="87229" y="52947"/>
                  </a:lnTo>
                  <a:lnTo>
                    <a:pt x="121262" y="53178"/>
                  </a:lnTo>
                  <a:lnTo>
                    <a:pt x="169795" y="53807"/>
                  </a:lnTo>
                  <a:lnTo>
                    <a:pt x="226129" y="55030"/>
                  </a:lnTo>
                  <a:lnTo>
                    <a:pt x="239326" y="55378"/>
                  </a:lnTo>
                  <a:lnTo>
                    <a:pt x="273703" y="56221"/>
                  </a:lnTo>
                  <a:lnTo>
                    <a:pt x="321438" y="57263"/>
                  </a:lnTo>
                  <a:lnTo>
                    <a:pt x="374711" y="58205"/>
                  </a:lnTo>
                  <a:lnTo>
                    <a:pt x="419247" y="58602"/>
                  </a:lnTo>
                  <a:lnTo>
                    <a:pt x="464905" y="58652"/>
                  </a:lnTo>
                  <a:lnTo>
                    <a:pt x="517258" y="58205"/>
                  </a:lnTo>
                  <a:lnTo>
                    <a:pt x="558883" y="57540"/>
                  </a:lnTo>
                  <a:lnTo>
                    <a:pt x="597584" y="56854"/>
                  </a:lnTo>
                  <a:lnTo>
                    <a:pt x="636361" y="56059"/>
                  </a:lnTo>
                  <a:lnTo>
                    <a:pt x="644731" y="55872"/>
                  </a:lnTo>
                  <a:lnTo>
                    <a:pt x="667474" y="55373"/>
                  </a:lnTo>
                  <a:lnTo>
                    <a:pt x="701035" y="54661"/>
                  </a:lnTo>
                  <a:lnTo>
                    <a:pt x="741861" y="53833"/>
                  </a:lnTo>
                  <a:lnTo>
                    <a:pt x="751604" y="53640"/>
                  </a:lnTo>
                  <a:lnTo>
                    <a:pt x="776528" y="53145"/>
                  </a:lnTo>
                  <a:lnTo>
                    <a:pt x="810180" y="52472"/>
                  </a:lnTo>
                  <a:lnTo>
                    <a:pt x="846104" y="51746"/>
                  </a:lnTo>
                  <a:lnTo>
                    <a:pt x="854043" y="51614"/>
                  </a:lnTo>
                  <a:lnTo>
                    <a:pt x="874706" y="51404"/>
                  </a:lnTo>
                  <a:lnTo>
                    <a:pt x="903365" y="51392"/>
                  </a:lnTo>
                  <a:lnTo>
                    <a:pt x="935288" y="51856"/>
                  </a:lnTo>
                  <a:lnTo>
                    <a:pt x="942798" y="52021"/>
                  </a:lnTo>
                  <a:lnTo>
                    <a:pt x="963384" y="52385"/>
                  </a:lnTo>
                  <a:lnTo>
                    <a:pt x="994135" y="52748"/>
                  </a:lnTo>
                  <a:lnTo>
                    <a:pt x="1032138" y="52914"/>
                  </a:lnTo>
                  <a:lnTo>
                    <a:pt x="1041376" y="52918"/>
                  </a:lnTo>
                  <a:lnTo>
                    <a:pt x="1065384" y="52952"/>
                  </a:lnTo>
                  <a:lnTo>
                    <a:pt x="1135478" y="53220"/>
                  </a:lnTo>
                  <a:lnTo>
                    <a:pt x="1195856" y="54242"/>
                  </a:lnTo>
                  <a:lnTo>
                    <a:pt x="1237101" y="55653"/>
                  </a:lnTo>
                  <a:lnTo>
                    <a:pt x="1284131" y="57757"/>
                  </a:lnTo>
                  <a:lnTo>
                    <a:pt x="1314178" y="59263"/>
                  </a:lnTo>
                  <a:lnTo>
                    <a:pt x="1321154" y="59601"/>
                  </a:lnTo>
                  <a:lnTo>
                    <a:pt x="1340103" y="60376"/>
                  </a:lnTo>
                  <a:lnTo>
                    <a:pt x="1368052" y="61233"/>
                  </a:lnTo>
                  <a:lnTo>
                    <a:pt x="1402033" y="61817"/>
                  </a:lnTo>
                  <a:lnTo>
                    <a:pt x="1410263" y="61903"/>
                  </a:lnTo>
                  <a:lnTo>
                    <a:pt x="1431872" y="62175"/>
                  </a:lnTo>
                  <a:lnTo>
                    <a:pt x="1462231" y="62657"/>
                  </a:lnTo>
                  <a:lnTo>
                    <a:pt x="1496717" y="63371"/>
                  </a:lnTo>
                  <a:lnTo>
                    <a:pt x="1504648" y="63554"/>
                  </a:lnTo>
                  <a:lnTo>
                    <a:pt x="1525152" y="64000"/>
                  </a:lnTo>
                  <a:lnTo>
                    <a:pt x="1584169" y="65051"/>
                  </a:lnTo>
                  <a:lnTo>
                    <a:pt x="1643356" y="65716"/>
                  </a:lnTo>
                  <a:lnTo>
                    <a:pt x="1683687" y="66065"/>
                  </a:lnTo>
                  <a:lnTo>
                    <a:pt x="1693706" y="66112"/>
                  </a:lnTo>
                  <a:lnTo>
                    <a:pt x="1719788" y="66102"/>
                  </a:lnTo>
                  <a:lnTo>
                    <a:pt x="1755966" y="65809"/>
                  </a:lnTo>
                  <a:lnTo>
                    <a:pt x="1796276" y="65007"/>
                  </a:lnTo>
                  <a:lnTo>
                    <a:pt x="1805395" y="64760"/>
                  </a:lnTo>
                  <a:lnTo>
                    <a:pt x="1828838" y="64164"/>
                  </a:lnTo>
                  <a:lnTo>
                    <a:pt x="1860738" y="63437"/>
                  </a:lnTo>
                  <a:lnTo>
                    <a:pt x="1895225" y="62794"/>
                  </a:lnTo>
                  <a:lnTo>
                    <a:pt x="1902985" y="62651"/>
                  </a:lnTo>
                  <a:lnTo>
                    <a:pt x="1923486" y="62174"/>
                  </a:lnTo>
                  <a:lnTo>
                    <a:pt x="1986013" y="59942"/>
                  </a:lnTo>
                  <a:lnTo>
                    <a:pt x="2042534" y="57099"/>
                  </a:lnTo>
                  <a:lnTo>
                    <a:pt x="2081628" y="54946"/>
                  </a:lnTo>
                  <a:lnTo>
                    <a:pt x="2100985" y="53924"/>
                  </a:lnTo>
                  <a:lnTo>
                    <a:pt x="2128423" y="52588"/>
                  </a:lnTo>
                  <a:lnTo>
                    <a:pt x="2159996" y="51239"/>
                  </a:lnTo>
                  <a:lnTo>
                    <a:pt x="2167488" y="50926"/>
                  </a:lnTo>
                  <a:lnTo>
                    <a:pt x="2187605" y="49992"/>
                  </a:lnTo>
                  <a:lnTo>
                    <a:pt x="2251561" y="46285"/>
                  </a:lnTo>
                  <a:lnTo>
                    <a:pt x="2310518" y="42087"/>
                  </a:lnTo>
                  <a:lnTo>
                    <a:pt x="2342847" y="39612"/>
                  </a:lnTo>
                  <a:lnTo>
                    <a:pt x="2350189" y="39064"/>
                  </a:lnTo>
                  <a:lnTo>
                    <a:pt x="2396550" y="36252"/>
                  </a:lnTo>
                  <a:lnTo>
                    <a:pt x="2454349" y="34321"/>
                  </a:lnTo>
                  <a:lnTo>
                    <a:pt x="2518614" y="32806"/>
                  </a:lnTo>
                  <a:lnTo>
                    <a:pt x="2527069" y="32624"/>
                  </a:lnTo>
                  <a:lnTo>
                    <a:pt x="2549015" y="32138"/>
                  </a:lnTo>
                  <a:lnTo>
                    <a:pt x="2612877" y="30632"/>
                  </a:lnTo>
                  <a:lnTo>
                    <a:pt x="2671789" y="28822"/>
                  </a:lnTo>
                  <a:lnTo>
                    <a:pt x="2707905" y="27457"/>
                  </a:lnTo>
                  <a:lnTo>
                    <a:pt x="2716508" y="27136"/>
                  </a:lnTo>
                  <a:lnTo>
                    <a:pt x="2738920" y="26428"/>
                  </a:lnTo>
                  <a:lnTo>
                    <a:pt x="2770045" y="25720"/>
                  </a:lnTo>
                  <a:lnTo>
                    <a:pt x="2804788" y="25399"/>
                  </a:lnTo>
                  <a:lnTo>
                    <a:pt x="2812675" y="25363"/>
                  </a:lnTo>
                  <a:lnTo>
                    <a:pt x="2833033" y="25112"/>
                  </a:lnTo>
                  <a:lnTo>
                    <a:pt x="2860906" y="24432"/>
                  </a:lnTo>
                  <a:lnTo>
                    <a:pt x="2891339" y="23107"/>
                  </a:lnTo>
                  <a:lnTo>
                    <a:pt x="2898094" y="22736"/>
                  </a:lnTo>
                  <a:lnTo>
                    <a:pt x="2915323" y="21851"/>
                  </a:lnTo>
                  <a:lnTo>
                    <a:pt x="2962978" y="19932"/>
                  </a:lnTo>
                  <a:lnTo>
                    <a:pt x="3021350" y="19049"/>
                  </a:lnTo>
                  <a:lnTo>
                    <a:pt x="3025923" y="19038"/>
                  </a:lnTo>
                  <a:lnTo>
                    <a:pt x="3037828" y="18962"/>
                  </a:lnTo>
                  <a:lnTo>
                    <a:pt x="3076941" y="18225"/>
                  </a:lnTo>
                  <a:lnTo>
                    <a:pt x="3120352" y="16239"/>
                  </a:lnTo>
                  <a:lnTo>
                    <a:pt x="3164520" y="13325"/>
                  </a:lnTo>
                  <a:lnTo>
                    <a:pt x="3168113" y="13082"/>
                  </a:lnTo>
                  <a:lnTo>
                    <a:pt x="3177414" y="12502"/>
                  </a:lnTo>
                  <a:lnTo>
                    <a:pt x="3190203" y="11803"/>
                  </a:lnTo>
                  <a:lnTo>
                    <a:pt x="3204263" y="11208"/>
                  </a:lnTo>
                  <a:lnTo>
                    <a:pt x="3207448" y="11094"/>
                  </a:lnTo>
                  <a:lnTo>
                    <a:pt x="3215793" y="10763"/>
                  </a:lnTo>
                  <a:lnTo>
                    <a:pt x="3227480" y="10233"/>
                  </a:lnTo>
                  <a:lnTo>
                    <a:pt x="3240689" y="9524"/>
                  </a:lnTo>
                  <a:lnTo>
                    <a:pt x="3243731" y="9349"/>
                  </a:lnTo>
                  <a:lnTo>
                    <a:pt x="3251657" y="8920"/>
                  </a:lnTo>
                  <a:lnTo>
                    <a:pt x="3262670" y="8380"/>
                  </a:lnTo>
                  <a:lnTo>
                    <a:pt x="3274972" y="7871"/>
                  </a:lnTo>
                  <a:lnTo>
                    <a:pt x="3277810" y="7751"/>
                  </a:lnTo>
                  <a:lnTo>
                    <a:pt x="3285334" y="7358"/>
                  </a:lnTo>
                  <a:lnTo>
                    <a:pt x="3296055" y="6641"/>
                  </a:lnTo>
                  <a:lnTo>
                    <a:pt x="3308484" y="5550"/>
                  </a:lnTo>
                  <a:lnTo>
                    <a:pt x="3311422" y="5267"/>
                  </a:lnTo>
                  <a:lnTo>
                    <a:pt x="3319193" y="4580"/>
                  </a:lnTo>
                  <a:lnTo>
                    <a:pt x="3330241" y="3733"/>
                  </a:lnTo>
                  <a:lnTo>
                    <a:pt x="3343004" y="2970"/>
                  </a:lnTo>
                  <a:lnTo>
                    <a:pt x="3345956" y="2820"/>
                  </a:lnTo>
                  <a:lnTo>
                    <a:pt x="3353517" y="2410"/>
                  </a:lnTo>
                  <a:lnTo>
                    <a:pt x="3363746" y="1803"/>
                  </a:lnTo>
                  <a:lnTo>
                    <a:pt x="3374703" y="1058"/>
                  </a:lnTo>
                  <a:lnTo>
                    <a:pt x="3377165" y="892"/>
                  </a:lnTo>
                  <a:lnTo>
                    <a:pt x="3383723" y="529"/>
                  </a:lnTo>
                  <a:lnTo>
                    <a:pt x="3393137" y="165"/>
                  </a:lnTo>
                  <a:lnTo>
                    <a:pt x="3404167" y="0"/>
                  </a:lnTo>
                  <a:lnTo>
                    <a:pt x="3406797" y="0"/>
                  </a:lnTo>
                  <a:lnTo>
                    <a:pt x="3413786" y="0"/>
                  </a:lnTo>
                  <a:lnTo>
                    <a:pt x="3470177" y="0"/>
                  </a:lnTo>
                  <a:lnTo>
                    <a:pt x="3473829" y="12"/>
                  </a:lnTo>
                  <a:lnTo>
                    <a:pt x="3485350" y="100"/>
                  </a:lnTo>
                  <a:lnTo>
                    <a:pt x="3505585" y="337"/>
                  </a:lnTo>
                  <a:lnTo>
                    <a:pt x="3535379" y="801"/>
                  </a:lnTo>
                  <a:lnTo>
                    <a:pt x="3542951" y="930"/>
                  </a:lnTo>
                  <a:lnTo>
                    <a:pt x="3561105" y="1233"/>
                  </a:lnTo>
                  <a:lnTo>
                    <a:pt x="3582992" y="1585"/>
                  </a:lnTo>
                  <a:lnTo>
                    <a:pt x="3601765" y="1859"/>
                  </a:lnTo>
                  <a:lnTo>
                    <a:pt x="3605623" y="1964"/>
                  </a:lnTo>
                  <a:lnTo>
                    <a:pt x="3617692" y="2512"/>
                  </a:lnTo>
                  <a:lnTo>
                    <a:pt x="3638718" y="3848"/>
                  </a:lnTo>
                  <a:lnTo>
                    <a:pt x="3669444" y="6317"/>
                  </a:lnTo>
                  <a:lnTo>
                    <a:pt x="3677622" y="7009"/>
                  </a:lnTo>
                  <a:lnTo>
                    <a:pt x="3699049" y="8705"/>
                  </a:lnTo>
                  <a:lnTo>
                    <a:pt x="3729059" y="10831"/>
                  </a:lnTo>
                  <a:lnTo>
                    <a:pt x="3762988" y="12817"/>
                  </a:lnTo>
                  <a:lnTo>
                    <a:pt x="3770654" y="13256"/>
                  </a:lnTo>
                  <a:lnTo>
                    <a:pt x="3789978" y="14608"/>
                  </a:lnTo>
                  <a:lnTo>
                    <a:pt x="3815453" y="16925"/>
                  </a:lnTo>
                  <a:lnTo>
                    <a:pt x="3841569" y="20257"/>
                  </a:lnTo>
                  <a:lnTo>
                    <a:pt x="3846959" y="21083"/>
                  </a:lnTo>
                  <a:lnTo>
                    <a:pt x="3860083" y="23014"/>
                  </a:lnTo>
                  <a:lnTo>
                    <a:pt x="3876376" y="25223"/>
                  </a:lnTo>
                  <a:lnTo>
                    <a:pt x="3891273" y="26886"/>
                  </a:lnTo>
                  <a:lnTo>
                    <a:pt x="3894251" y="27175"/>
                  </a:lnTo>
                  <a:lnTo>
                    <a:pt x="3902415" y="28083"/>
                  </a:lnTo>
                  <a:lnTo>
                    <a:pt x="3914616" y="29672"/>
                  </a:lnTo>
                  <a:lnTo>
                    <a:pt x="3929701" y="32003"/>
                  </a:lnTo>
                  <a:lnTo>
                    <a:pt x="3933341" y="32527"/>
                  </a:lnTo>
                  <a:lnTo>
                    <a:pt x="3942677" y="33474"/>
                  </a:lnTo>
                  <a:lnTo>
                    <a:pt x="3955334" y="33904"/>
                  </a:lnTo>
                  <a:lnTo>
                    <a:pt x="3968936" y="32879"/>
                  </a:lnTo>
                  <a:lnTo>
                    <a:pt x="3971903" y="32436"/>
                  </a:lnTo>
                  <a:lnTo>
                    <a:pt x="3979385" y="31402"/>
                  </a:lnTo>
                  <a:lnTo>
                    <a:pt x="3989257" y="30218"/>
                  </a:lnTo>
                  <a:lnTo>
                    <a:pt x="3999392" y="29325"/>
                  </a:lnTo>
                  <a:lnTo>
                    <a:pt x="4012138" y="28526"/>
                  </a:lnTo>
                  <a:lnTo>
                    <a:pt x="4024123" y="23788"/>
                  </a:lnTo>
                  <a:lnTo>
                    <a:pt x="4036109" y="19049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40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770"/>
              <a:t>Stack</a:t>
            </a:r>
            <a:r>
              <a:rPr dirty="0" spc="-250"/>
              <a:t> </a:t>
            </a:r>
            <a:r>
              <a:rPr dirty="0" spc="535"/>
              <a:t>Operation:</a:t>
            </a:r>
            <a:r>
              <a:rPr dirty="0" spc="-245"/>
              <a:t> </a:t>
            </a:r>
            <a:r>
              <a:rPr dirty="0" spc="590"/>
              <a:t>Push</a:t>
            </a:r>
          </a:p>
        </p:txBody>
      </p:sp>
      <p:sp>
        <p:nvSpPr>
          <p:cNvPr id="8" name="object 8"/>
          <p:cNvSpPr/>
          <p:nvPr/>
        </p:nvSpPr>
        <p:spPr>
          <a:xfrm>
            <a:off x="571500" y="2752724"/>
            <a:ext cx="2914650" cy="19050"/>
          </a:xfrm>
          <a:custGeom>
            <a:avLst/>
            <a:gdLst/>
            <a:ahLst/>
            <a:cxnLst/>
            <a:rect l="l" t="t" r="r" b="b"/>
            <a:pathLst>
              <a:path w="2914650" h="19050">
                <a:moveTo>
                  <a:pt x="2914650" y="0"/>
                </a:moveTo>
                <a:lnTo>
                  <a:pt x="0" y="0"/>
                </a:lnTo>
                <a:lnTo>
                  <a:pt x="0" y="19050"/>
                </a:lnTo>
                <a:lnTo>
                  <a:pt x="2914650" y="19050"/>
                </a:lnTo>
                <a:lnTo>
                  <a:pt x="2914650" y="0"/>
                </a:lnTo>
                <a:close/>
              </a:path>
            </a:pathLst>
          </a:custGeom>
          <a:solidFill>
            <a:srgbClr val="C912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7311" y="2725737"/>
            <a:ext cx="2839720" cy="1253490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1650" spc="350">
                <a:solidFill>
                  <a:srgbClr val="FFE5E5"/>
                </a:solidFill>
                <a:latin typeface="Arial MT"/>
                <a:cs typeface="Arial MT"/>
              </a:rPr>
              <a:t>Check</a:t>
            </a:r>
            <a:r>
              <a:rPr dirty="0" sz="1650" spc="-12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275">
                <a:solidFill>
                  <a:srgbClr val="FFE5E5"/>
                </a:solidFill>
                <a:latin typeface="Arial MT"/>
                <a:cs typeface="Arial MT"/>
              </a:rPr>
              <a:t>if</a:t>
            </a:r>
            <a:r>
              <a:rPr dirty="0" sz="1650" spc="-114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95">
                <a:solidFill>
                  <a:srgbClr val="FFE5E5"/>
                </a:solidFill>
                <a:latin typeface="Arial MT"/>
                <a:cs typeface="Arial MT"/>
              </a:rPr>
              <a:t>Stack</a:t>
            </a:r>
            <a:r>
              <a:rPr dirty="0" sz="1650" spc="-12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295">
                <a:solidFill>
                  <a:srgbClr val="FFE5E5"/>
                </a:solidFill>
                <a:latin typeface="Arial MT"/>
                <a:cs typeface="Arial MT"/>
              </a:rPr>
              <a:t>is</a:t>
            </a:r>
            <a:r>
              <a:rPr dirty="0" sz="1650" spc="-114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235">
                <a:solidFill>
                  <a:srgbClr val="FFE5E5"/>
                </a:solidFill>
                <a:latin typeface="Arial MT"/>
                <a:cs typeface="Arial MT"/>
              </a:rPr>
              <a:t>Full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7500"/>
              </a:lnSpc>
              <a:spcBef>
                <a:spcPts val="334"/>
              </a:spcBef>
            </a:pPr>
            <a:r>
              <a:rPr dirty="0" sz="1250" spc="-70">
                <a:solidFill>
                  <a:srgbClr val="FFE5E5"/>
                </a:solidFill>
                <a:latin typeface="Tahoma"/>
                <a:cs typeface="Tahoma"/>
              </a:rPr>
              <a:t>If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FFE5E5"/>
                </a:solidFill>
                <a:latin typeface="Tahoma"/>
                <a:cs typeface="Tahoma"/>
              </a:rPr>
              <a:t>stack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has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reached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its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maximum 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capacity,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85" b="1">
                <a:solidFill>
                  <a:srgbClr val="FFE5E5"/>
                </a:solidFill>
                <a:latin typeface="Trebuchet MS"/>
                <a:cs typeface="Trebuchet MS"/>
              </a:rPr>
              <a:t>Stack</a:t>
            </a:r>
            <a:r>
              <a:rPr dirty="0" sz="1250" spc="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Overflow</a:t>
            </a:r>
            <a:r>
              <a:rPr dirty="0" sz="1250" spc="5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error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occurs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7311" y="1734375"/>
            <a:ext cx="6026150" cy="977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0"/>
              </a:spcBef>
            </a:pPr>
            <a:r>
              <a:rPr dirty="0" sz="1250" spc="65" b="1">
                <a:solidFill>
                  <a:srgbClr val="FFE5E5"/>
                </a:solidFill>
                <a:latin typeface="Trebuchet MS"/>
                <a:cs typeface="Trebuchet MS"/>
              </a:rPr>
              <a:t>Push</a:t>
            </a:r>
            <a:r>
              <a:rPr dirty="0" sz="1250" spc="1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means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 b="1">
                <a:solidFill>
                  <a:srgbClr val="FFE5E5"/>
                </a:solidFill>
                <a:latin typeface="Trebuchet MS"/>
                <a:cs typeface="Trebuchet MS"/>
              </a:rPr>
              <a:t>adding</a:t>
            </a:r>
            <a:r>
              <a:rPr dirty="0" sz="1250" spc="-3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85" b="1">
                <a:solidFill>
                  <a:srgbClr val="FFE5E5"/>
                </a:solidFill>
                <a:latin typeface="Trebuchet MS"/>
                <a:cs typeface="Trebuchet MS"/>
              </a:rPr>
              <a:t>a</a:t>
            </a:r>
            <a:r>
              <a:rPr dirty="0" sz="1250" spc="-3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new</a:t>
            </a:r>
            <a:r>
              <a:rPr dirty="0" sz="1250" spc="-3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50" b="1">
                <a:solidFill>
                  <a:srgbClr val="FFE5E5"/>
                </a:solidFill>
                <a:latin typeface="Trebuchet MS"/>
                <a:cs typeface="Trebuchet MS"/>
              </a:rPr>
              <a:t>element</a:t>
            </a:r>
            <a:r>
              <a:rPr dirty="0" sz="1250" spc="2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80">
                <a:solidFill>
                  <a:srgbClr val="FFE5E5"/>
                </a:solidFill>
                <a:latin typeface="Tahoma"/>
                <a:cs typeface="Tahoma"/>
              </a:rPr>
              <a:t>top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of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stack.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45">
                <a:solidFill>
                  <a:srgbClr val="FFE5E5"/>
                </a:solidFill>
                <a:latin typeface="Tahoma"/>
                <a:cs typeface="Tahoma"/>
              </a:rPr>
              <a:t>It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is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only way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to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insert</a:t>
            </a:r>
            <a:r>
              <a:rPr dirty="0" sz="1250" spc="8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data</a:t>
            </a:r>
            <a:r>
              <a:rPr dirty="0" sz="1250" spc="8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into</a:t>
            </a:r>
            <a:r>
              <a:rPr dirty="0" sz="1250" spc="8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250" spc="8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stack.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095625" algn="l"/>
              </a:tabLst>
            </a:pPr>
            <a:r>
              <a:rPr dirty="0" sz="1250" spc="235">
                <a:solidFill>
                  <a:srgbClr val="FFE5E5"/>
                </a:solidFill>
                <a:latin typeface="Arial MT"/>
                <a:cs typeface="Arial MT"/>
              </a:rPr>
              <a:t>01</a:t>
            </a:r>
            <a:r>
              <a:rPr dirty="0" sz="1250">
                <a:solidFill>
                  <a:srgbClr val="FFE5E5"/>
                </a:solidFill>
                <a:latin typeface="Arial MT"/>
                <a:cs typeface="Arial MT"/>
              </a:rPr>
              <a:t>	</a:t>
            </a:r>
            <a:r>
              <a:rPr dirty="0" sz="1250" spc="390">
                <a:solidFill>
                  <a:srgbClr val="FFE5E5"/>
                </a:solidFill>
                <a:latin typeface="Arial MT"/>
                <a:cs typeface="Arial MT"/>
              </a:rPr>
              <a:t>02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57600" y="2752724"/>
            <a:ext cx="2914650" cy="19050"/>
          </a:xfrm>
          <a:custGeom>
            <a:avLst/>
            <a:gdLst/>
            <a:ahLst/>
            <a:cxnLst/>
            <a:rect l="l" t="t" r="r" b="b"/>
            <a:pathLst>
              <a:path w="2914650" h="19050">
                <a:moveTo>
                  <a:pt x="2914650" y="0"/>
                </a:moveTo>
                <a:lnTo>
                  <a:pt x="0" y="0"/>
                </a:lnTo>
                <a:lnTo>
                  <a:pt x="0" y="19050"/>
                </a:lnTo>
                <a:lnTo>
                  <a:pt x="2914650" y="19050"/>
                </a:lnTo>
                <a:lnTo>
                  <a:pt x="2914650" y="0"/>
                </a:lnTo>
                <a:close/>
              </a:path>
            </a:pathLst>
          </a:custGeom>
          <a:solidFill>
            <a:srgbClr val="C912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640582" y="2868612"/>
            <a:ext cx="2540000" cy="112014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170815">
              <a:lnSpc>
                <a:spcPct val="106100"/>
              </a:lnSpc>
              <a:spcBef>
                <a:spcPts val="15"/>
              </a:spcBef>
            </a:pPr>
            <a:r>
              <a:rPr dirty="0" sz="1650" spc="375">
                <a:solidFill>
                  <a:srgbClr val="FFE5E5"/>
                </a:solidFill>
                <a:latin typeface="Arial MT"/>
                <a:cs typeface="Arial MT"/>
              </a:rPr>
              <a:t>Increment</a:t>
            </a:r>
            <a:r>
              <a:rPr dirty="0" sz="1650" spc="-12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20">
                <a:solidFill>
                  <a:srgbClr val="FFE5E5"/>
                </a:solidFill>
                <a:latin typeface="Arial MT"/>
                <a:cs typeface="Arial MT"/>
              </a:rPr>
              <a:t>the</a:t>
            </a:r>
            <a:r>
              <a:rPr dirty="0" sz="1650" spc="-12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295">
                <a:solidFill>
                  <a:srgbClr val="FFE5E5"/>
                </a:solidFill>
                <a:latin typeface="Arial MT"/>
                <a:cs typeface="Arial MT"/>
              </a:rPr>
              <a:t>Top </a:t>
            </a:r>
            <a:r>
              <a:rPr dirty="0" sz="1650" spc="325">
                <a:solidFill>
                  <a:srgbClr val="FFE5E5"/>
                </a:solidFill>
                <a:latin typeface="Arial MT"/>
                <a:cs typeface="Arial MT"/>
              </a:rPr>
              <a:t>Pointer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5000"/>
              </a:lnSpc>
              <a:spcBef>
                <a:spcPts val="445"/>
              </a:spcBef>
            </a:pP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5" b="1">
                <a:solidFill>
                  <a:srgbClr val="FFE5E5"/>
                </a:solidFill>
                <a:latin typeface="Trebuchet MS"/>
                <a:cs typeface="Trebuchet MS"/>
              </a:rPr>
              <a:t>top</a:t>
            </a:r>
            <a:r>
              <a:rPr dirty="0" sz="1250" spc="-2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pointer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moves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FFE5E5"/>
                </a:solidFill>
                <a:latin typeface="Tahoma"/>
                <a:cs typeface="Tahoma"/>
              </a:rPr>
              <a:t>up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by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one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position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next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FFE5E5"/>
                </a:solidFill>
                <a:latin typeface="Tahoma"/>
                <a:cs typeface="Tahoma"/>
              </a:rPr>
              <a:t>empty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slot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500" y="4562475"/>
            <a:ext cx="6000750" cy="19050"/>
          </a:xfrm>
          <a:custGeom>
            <a:avLst/>
            <a:gdLst/>
            <a:ahLst/>
            <a:cxnLst/>
            <a:rect l="l" t="t" r="r" b="b"/>
            <a:pathLst>
              <a:path w="6000750" h="19050">
                <a:moveTo>
                  <a:pt x="6000750" y="0"/>
                </a:moveTo>
                <a:lnTo>
                  <a:pt x="0" y="0"/>
                </a:lnTo>
                <a:lnTo>
                  <a:pt x="0" y="19050"/>
                </a:lnTo>
                <a:lnTo>
                  <a:pt x="6000750" y="19050"/>
                </a:lnTo>
                <a:lnTo>
                  <a:pt x="6000750" y="0"/>
                </a:lnTo>
                <a:close/>
              </a:path>
            </a:pathLst>
          </a:custGeom>
          <a:solidFill>
            <a:srgbClr val="C912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57311" y="4301172"/>
            <a:ext cx="4177665" cy="9734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420">
                <a:solidFill>
                  <a:srgbClr val="FFE5E5"/>
                </a:solidFill>
                <a:latin typeface="Arial MT"/>
                <a:cs typeface="Arial MT"/>
              </a:rPr>
              <a:t>03</a:t>
            </a: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50" spc="395">
                <a:solidFill>
                  <a:srgbClr val="FFE5E5"/>
                </a:solidFill>
                <a:latin typeface="Arial MT"/>
                <a:cs typeface="Arial MT"/>
              </a:rPr>
              <a:t>Insert</a:t>
            </a:r>
            <a:r>
              <a:rPr dirty="0" sz="1650" spc="-114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20">
                <a:solidFill>
                  <a:srgbClr val="FFE5E5"/>
                </a:solidFill>
                <a:latin typeface="Arial MT"/>
                <a:cs typeface="Arial MT"/>
              </a:rPr>
              <a:t>the</a:t>
            </a:r>
            <a:r>
              <a:rPr dirty="0" sz="1650" spc="-114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15">
                <a:solidFill>
                  <a:srgbClr val="FFE5E5"/>
                </a:solidFill>
                <a:latin typeface="Arial MT"/>
                <a:cs typeface="Arial MT"/>
              </a:rPr>
              <a:t>Element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new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element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is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FFE5E5"/>
                </a:solidFill>
                <a:latin typeface="Tahoma"/>
                <a:cs typeface="Tahoma"/>
              </a:rPr>
              <a:t>placed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at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updated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5" b="1">
                <a:solidFill>
                  <a:srgbClr val="FFE5E5"/>
                </a:solidFill>
                <a:latin typeface="Trebuchet MS"/>
                <a:cs typeface="Trebuchet MS"/>
              </a:rPr>
              <a:t>top</a:t>
            </a:r>
            <a:r>
              <a:rPr dirty="0" sz="1250" spc="-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position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26655" y="253"/>
            <a:ext cx="4779645" cy="6551930"/>
            <a:chOff x="6826655" y="253"/>
            <a:chExt cx="4779645" cy="65519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054197" y="6228830"/>
              <a:ext cx="4324350" cy="95250"/>
            </a:xfrm>
            <a:custGeom>
              <a:avLst/>
              <a:gdLst/>
              <a:ahLst/>
              <a:cxnLst/>
              <a:rect l="l" t="t" r="r" b="b"/>
              <a:pathLst>
                <a:path w="4324350" h="95250">
                  <a:moveTo>
                    <a:pt x="0" y="95246"/>
                  </a:moveTo>
                  <a:lnTo>
                    <a:pt x="24376" y="89624"/>
                  </a:lnTo>
                  <a:lnTo>
                    <a:pt x="20948" y="90415"/>
                  </a:lnTo>
                  <a:lnTo>
                    <a:pt x="15235" y="91732"/>
                  </a:lnTo>
                  <a:lnTo>
                    <a:pt x="14092" y="91996"/>
                  </a:lnTo>
                  <a:lnTo>
                    <a:pt x="24376" y="89624"/>
                  </a:lnTo>
                  <a:lnTo>
                    <a:pt x="28709" y="88654"/>
                  </a:lnTo>
                  <a:lnTo>
                    <a:pt x="82282" y="78122"/>
                  </a:lnTo>
                  <a:lnTo>
                    <a:pt x="123399" y="71617"/>
                  </a:lnTo>
                  <a:lnTo>
                    <a:pt x="151576" y="67926"/>
                  </a:lnTo>
                  <a:lnTo>
                    <a:pt x="166288" y="66074"/>
                  </a:lnTo>
                  <a:lnTo>
                    <a:pt x="215581" y="59491"/>
                  </a:lnTo>
                  <a:lnTo>
                    <a:pt x="261132" y="52983"/>
                  </a:lnTo>
                  <a:lnTo>
                    <a:pt x="289731" y="48719"/>
                  </a:lnTo>
                  <a:lnTo>
                    <a:pt x="303165" y="46699"/>
                  </a:lnTo>
                  <a:lnTo>
                    <a:pt x="343026" y="40799"/>
                  </a:lnTo>
                  <a:lnTo>
                    <a:pt x="381659" y="36332"/>
                  </a:lnTo>
                  <a:lnTo>
                    <a:pt x="427715" y="32928"/>
                  </a:lnTo>
                  <a:lnTo>
                    <a:pt x="473778" y="29955"/>
                  </a:lnTo>
                  <a:lnTo>
                    <a:pt x="516174" y="28128"/>
                  </a:lnTo>
                  <a:lnTo>
                    <a:pt x="547545" y="27653"/>
                  </a:lnTo>
                  <a:lnTo>
                    <a:pt x="563506" y="27474"/>
                  </a:lnTo>
                  <a:lnTo>
                    <a:pt x="612478" y="26456"/>
                  </a:lnTo>
                  <a:lnTo>
                    <a:pt x="656457" y="25117"/>
                  </a:lnTo>
                  <a:lnTo>
                    <a:pt x="680746" y="24340"/>
                  </a:lnTo>
                  <a:lnTo>
                    <a:pt x="686268" y="24173"/>
                  </a:lnTo>
                  <a:lnTo>
                    <a:pt x="700700" y="23794"/>
                  </a:lnTo>
                  <a:lnTo>
                    <a:pt x="720844" y="23390"/>
                  </a:lnTo>
                  <a:lnTo>
                    <a:pt x="743504" y="23146"/>
                  </a:lnTo>
                  <a:lnTo>
                    <a:pt x="748835" y="23077"/>
                  </a:lnTo>
                  <a:lnTo>
                    <a:pt x="763303" y="22698"/>
                  </a:lnTo>
                  <a:lnTo>
                    <a:pt x="784620" y="21749"/>
                  </a:lnTo>
                  <a:lnTo>
                    <a:pt x="810500" y="19971"/>
                  </a:lnTo>
                  <a:lnTo>
                    <a:pt x="816696" y="19473"/>
                  </a:lnTo>
                  <a:lnTo>
                    <a:pt x="832677" y="18263"/>
                  </a:lnTo>
                  <a:lnTo>
                    <a:pt x="854528" y="16769"/>
                  </a:lnTo>
                  <a:lnTo>
                    <a:pt x="878334" y="15420"/>
                  </a:lnTo>
                  <a:lnTo>
                    <a:pt x="883704" y="15153"/>
                  </a:lnTo>
                  <a:lnTo>
                    <a:pt x="897813" y="14422"/>
                  </a:lnTo>
                  <a:lnTo>
                    <a:pt x="917659" y="13328"/>
                  </a:lnTo>
                  <a:lnTo>
                    <a:pt x="940243" y="11974"/>
                  </a:lnTo>
                  <a:lnTo>
                    <a:pt x="945630" y="11643"/>
                  </a:lnTo>
                  <a:lnTo>
                    <a:pt x="960387" y="10777"/>
                  </a:lnTo>
                  <a:lnTo>
                    <a:pt x="1009586" y="8195"/>
                  </a:lnTo>
                  <a:lnTo>
                    <a:pt x="1058115" y="6191"/>
                  </a:lnTo>
                  <a:lnTo>
                    <a:pt x="1109169" y="4816"/>
                  </a:lnTo>
                  <a:lnTo>
                    <a:pt x="1132813" y="4579"/>
                  </a:lnTo>
                  <a:lnTo>
                    <a:pt x="1159587" y="4661"/>
                  </a:lnTo>
                  <a:lnTo>
                    <a:pt x="1203018" y="5288"/>
                  </a:lnTo>
                  <a:lnTo>
                    <a:pt x="1231514" y="5818"/>
                  </a:lnTo>
                  <a:lnTo>
                    <a:pt x="1244572" y="6034"/>
                  </a:lnTo>
                  <a:lnTo>
                    <a:pt x="1261971" y="6251"/>
                  </a:lnTo>
                  <a:lnTo>
                    <a:pt x="1280143" y="6349"/>
                  </a:lnTo>
                  <a:lnTo>
                    <a:pt x="1284146" y="6349"/>
                  </a:lnTo>
                  <a:lnTo>
                    <a:pt x="1294796" y="6349"/>
                  </a:lnTo>
                  <a:lnTo>
                    <a:pt x="1550168" y="6349"/>
                  </a:lnTo>
                  <a:lnTo>
                    <a:pt x="1554775" y="6336"/>
                  </a:lnTo>
                  <a:lnTo>
                    <a:pt x="1567192" y="6247"/>
                  </a:lnTo>
                  <a:lnTo>
                    <a:pt x="1585313" y="6003"/>
                  </a:lnTo>
                  <a:lnTo>
                    <a:pt x="1607034" y="5529"/>
                  </a:lnTo>
                  <a:lnTo>
                    <a:pt x="1612285" y="5398"/>
                  </a:lnTo>
                  <a:lnTo>
                    <a:pt x="1626222" y="5090"/>
                  </a:lnTo>
                  <a:lnTo>
                    <a:pt x="1646124" y="4737"/>
                  </a:lnTo>
                  <a:lnTo>
                    <a:pt x="1669267" y="4471"/>
                  </a:lnTo>
                  <a:lnTo>
                    <a:pt x="1674731" y="4420"/>
                  </a:lnTo>
                  <a:lnTo>
                    <a:pt x="1689118" y="4237"/>
                  </a:lnTo>
                  <a:lnTo>
                    <a:pt x="1732647" y="3311"/>
                  </a:lnTo>
                  <a:lnTo>
                    <a:pt x="1775524" y="2057"/>
                  </a:lnTo>
                  <a:lnTo>
                    <a:pt x="1802714" y="1262"/>
                  </a:lnTo>
                  <a:lnTo>
                    <a:pt x="1809319" y="1085"/>
                  </a:lnTo>
                  <a:lnTo>
                    <a:pt x="1851116" y="283"/>
                  </a:lnTo>
                  <a:lnTo>
                    <a:pt x="1901836" y="33"/>
                  </a:lnTo>
                  <a:lnTo>
                    <a:pt x="1948875" y="0"/>
                  </a:lnTo>
                  <a:lnTo>
                    <a:pt x="1954431" y="0"/>
                  </a:lnTo>
                  <a:lnTo>
                    <a:pt x="1969178" y="0"/>
                  </a:lnTo>
                  <a:lnTo>
                    <a:pt x="2077618" y="0"/>
                  </a:lnTo>
                  <a:lnTo>
                    <a:pt x="2082810" y="18"/>
                  </a:lnTo>
                  <a:lnTo>
                    <a:pt x="2097188" y="151"/>
                  </a:lnTo>
                  <a:lnTo>
                    <a:pt x="2118957" y="512"/>
                  </a:lnTo>
                  <a:lnTo>
                    <a:pt x="2146321" y="1215"/>
                  </a:lnTo>
                  <a:lnTo>
                    <a:pt x="2153097" y="1423"/>
                  </a:lnTo>
                  <a:lnTo>
                    <a:pt x="2170965" y="1964"/>
                  </a:lnTo>
                  <a:lnTo>
                    <a:pt x="2196235" y="2718"/>
                  </a:lnTo>
                  <a:lnTo>
                    <a:pt x="2225215" y="3562"/>
                  </a:lnTo>
                  <a:lnTo>
                    <a:pt x="2231991" y="3769"/>
                  </a:lnTo>
                  <a:lnTo>
                    <a:pt x="2249815" y="4364"/>
                  </a:lnTo>
                  <a:lnTo>
                    <a:pt x="2274935" y="5313"/>
                  </a:lnTo>
                  <a:lnTo>
                    <a:pt x="2303595" y="6580"/>
                  </a:lnTo>
                  <a:lnTo>
                    <a:pt x="2310258" y="6874"/>
                  </a:lnTo>
                  <a:lnTo>
                    <a:pt x="2327714" y="7522"/>
                  </a:lnTo>
                  <a:lnTo>
                    <a:pt x="2352171" y="8171"/>
                  </a:lnTo>
                  <a:lnTo>
                    <a:pt x="2379831" y="8465"/>
                  </a:lnTo>
                  <a:lnTo>
                    <a:pt x="2386147" y="8459"/>
                  </a:lnTo>
                  <a:lnTo>
                    <a:pt x="2424356" y="8309"/>
                  </a:lnTo>
                  <a:lnTo>
                    <a:pt x="2468267" y="7823"/>
                  </a:lnTo>
                  <a:lnTo>
                    <a:pt x="2517212" y="7036"/>
                  </a:lnTo>
                  <a:lnTo>
                    <a:pt x="2523823" y="6962"/>
                  </a:lnTo>
                  <a:lnTo>
                    <a:pt x="2541383" y="6957"/>
                  </a:lnTo>
                  <a:lnTo>
                    <a:pt x="2566482" y="7350"/>
                  </a:lnTo>
                  <a:lnTo>
                    <a:pt x="2595710" y="8466"/>
                  </a:lnTo>
                  <a:lnTo>
                    <a:pt x="2602632" y="8812"/>
                  </a:lnTo>
                  <a:lnTo>
                    <a:pt x="2620929" y="9651"/>
                  </a:lnTo>
                  <a:lnTo>
                    <a:pt x="2646902" y="10681"/>
                  </a:lnTo>
                  <a:lnTo>
                    <a:pt x="2676849" y="11599"/>
                  </a:lnTo>
                  <a:lnTo>
                    <a:pt x="2683887" y="11775"/>
                  </a:lnTo>
                  <a:lnTo>
                    <a:pt x="2702457" y="12245"/>
                  </a:lnTo>
                  <a:lnTo>
                    <a:pt x="2728740" y="12921"/>
                  </a:lnTo>
                  <a:lnTo>
                    <a:pt x="2758917" y="13716"/>
                  </a:lnTo>
                  <a:lnTo>
                    <a:pt x="2766040" y="13904"/>
                  </a:lnTo>
                  <a:lnTo>
                    <a:pt x="2785044" y="14398"/>
                  </a:lnTo>
                  <a:lnTo>
                    <a:pt x="2844523" y="15874"/>
                  </a:lnTo>
                  <a:lnTo>
                    <a:pt x="2898193" y="16767"/>
                  </a:lnTo>
                  <a:lnTo>
                    <a:pt x="2927271" y="16933"/>
                  </a:lnTo>
                  <a:lnTo>
                    <a:pt x="2933874" y="16933"/>
                  </a:lnTo>
                  <a:lnTo>
                    <a:pt x="2951387" y="16933"/>
                  </a:lnTo>
                  <a:lnTo>
                    <a:pt x="2976368" y="16933"/>
                  </a:lnTo>
                  <a:lnTo>
                    <a:pt x="3005372" y="16933"/>
                  </a:lnTo>
                  <a:lnTo>
                    <a:pt x="3012146" y="16928"/>
                  </a:lnTo>
                  <a:lnTo>
                    <a:pt x="3029697" y="16896"/>
                  </a:lnTo>
                  <a:lnTo>
                    <a:pt x="3053865" y="16809"/>
                  </a:lnTo>
                  <a:lnTo>
                    <a:pt x="3080494" y="16640"/>
                  </a:lnTo>
                  <a:lnTo>
                    <a:pt x="3086607" y="16612"/>
                  </a:lnTo>
                  <a:lnTo>
                    <a:pt x="3102929" y="16634"/>
                  </a:lnTo>
                  <a:lnTo>
                    <a:pt x="3126429" y="16867"/>
                  </a:lnTo>
                  <a:lnTo>
                    <a:pt x="3154080" y="17471"/>
                  </a:lnTo>
                  <a:lnTo>
                    <a:pt x="3160540" y="17650"/>
                  </a:lnTo>
                  <a:lnTo>
                    <a:pt x="3177042" y="18061"/>
                  </a:lnTo>
                  <a:lnTo>
                    <a:pt x="3222903" y="18821"/>
                  </a:lnTo>
                  <a:lnTo>
                    <a:pt x="3278113" y="19049"/>
                  </a:lnTo>
                  <a:lnTo>
                    <a:pt x="3282334" y="19049"/>
                  </a:lnTo>
                  <a:lnTo>
                    <a:pt x="3293370" y="19049"/>
                  </a:lnTo>
                  <a:lnTo>
                    <a:pt x="3370294" y="19049"/>
                  </a:lnTo>
                  <a:lnTo>
                    <a:pt x="3373779" y="19049"/>
                  </a:lnTo>
                  <a:lnTo>
                    <a:pt x="3382546" y="19050"/>
                  </a:lnTo>
                  <a:lnTo>
                    <a:pt x="3394061" y="19054"/>
                  </a:lnTo>
                  <a:lnTo>
                    <a:pt x="3405792" y="19061"/>
                  </a:lnTo>
                  <a:lnTo>
                    <a:pt x="3408377" y="19062"/>
                  </a:lnTo>
                  <a:lnTo>
                    <a:pt x="3450673" y="18841"/>
                  </a:lnTo>
                  <a:lnTo>
                    <a:pt x="3476424" y="17775"/>
                  </a:lnTo>
                  <a:lnTo>
                    <a:pt x="3483268" y="17432"/>
                  </a:lnTo>
                  <a:lnTo>
                    <a:pt x="3492637" y="17089"/>
                  </a:lnTo>
                  <a:lnTo>
                    <a:pt x="3502859" y="16933"/>
                  </a:lnTo>
                  <a:lnTo>
                    <a:pt x="3505176" y="16933"/>
                  </a:lnTo>
                  <a:lnTo>
                    <a:pt x="3511300" y="16933"/>
                  </a:lnTo>
                  <a:lnTo>
                    <a:pt x="3582784" y="16933"/>
                  </a:lnTo>
                  <a:lnTo>
                    <a:pt x="3607543" y="16933"/>
                  </a:lnTo>
                  <a:lnTo>
                    <a:pt x="3657245" y="16933"/>
                  </a:lnTo>
                  <a:lnTo>
                    <a:pt x="3659653" y="16908"/>
                  </a:lnTo>
                  <a:lnTo>
                    <a:pt x="3666448" y="16735"/>
                  </a:lnTo>
                  <a:lnTo>
                    <a:pt x="3676987" y="16264"/>
                  </a:lnTo>
                  <a:lnTo>
                    <a:pt x="3690629" y="15348"/>
                  </a:lnTo>
                  <a:lnTo>
                    <a:pt x="3694189" y="15076"/>
                  </a:lnTo>
                  <a:lnTo>
                    <a:pt x="3704133" y="14357"/>
                  </a:lnTo>
                  <a:lnTo>
                    <a:pt x="3743732" y="11918"/>
                  </a:lnTo>
                  <a:lnTo>
                    <a:pt x="3804018" y="10149"/>
                  </a:lnTo>
                  <a:lnTo>
                    <a:pt x="3810227" y="10071"/>
                  </a:lnTo>
                  <a:lnTo>
                    <a:pt x="3825859" y="9853"/>
                  </a:lnTo>
                  <a:lnTo>
                    <a:pt x="3846421" y="9519"/>
                  </a:lnTo>
                  <a:lnTo>
                    <a:pt x="3867420" y="9090"/>
                  </a:lnTo>
                  <a:lnTo>
                    <a:pt x="3871946" y="9038"/>
                  </a:lnTo>
                  <a:lnTo>
                    <a:pt x="3883904" y="9143"/>
                  </a:lnTo>
                  <a:lnTo>
                    <a:pt x="3900866" y="9795"/>
                  </a:lnTo>
                  <a:lnTo>
                    <a:pt x="3920405" y="11387"/>
                  </a:lnTo>
                  <a:lnTo>
                    <a:pt x="3925119" y="11864"/>
                  </a:lnTo>
                  <a:lnTo>
                    <a:pt x="3938099" y="13012"/>
                  </a:lnTo>
                  <a:lnTo>
                    <a:pt x="3957602" y="14406"/>
                  </a:lnTo>
                  <a:lnTo>
                    <a:pt x="3981885" y="15621"/>
                  </a:lnTo>
                  <a:lnTo>
                    <a:pt x="3987607" y="15787"/>
                  </a:lnTo>
                  <a:lnTo>
                    <a:pt x="4001569" y="15969"/>
                  </a:lnTo>
                  <a:lnTo>
                    <a:pt x="4018963" y="15689"/>
                  </a:lnTo>
                  <a:lnTo>
                    <a:pt x="4060566" y="10753"/>
                  </a:lnTo>
                  <a:lnTo>
                    <a:pt x="4077312" y="8121"/>
                  </a:lnTo>
                  <a:lnTo>
                    <a:pt x="4081491" y="7490"/>
                  </a:lnTo>
                  <a:lnTo>
                    <a:pt x="4128620" y="2758"/>
                  </a:lnTo>
                  <a:lnTo>
                    <a:pt x="4180406" y="566"/>
                  </a:lnTo>
                  <a:lnTo>
                    <a:pt x="4195057" y="479"/>
                  </a:lnTo>
                  <a:lnTo>
                    <a:pt x="4209188" y="877"/>
                  </a:lnTo>
                  <a:lnTo>
                    <a:pt x="4255136" y="7366"/>
                  </a:lnTo>
                  <a:lnTo>
                    <a:pt x="4257252" y="7841"/>
                  </a:lnTo>
                  <a:lnTo>
                    <a:pt x="4263240" y="8779"/>
                  </a:lnTo>
                  <a:lnTo>
                    <a:pt x="4272557" y="9458"/>
                  </a:lnTo>
                  <a:lnTo>
                    <a:pt x="4284664" y="9153"/>
                  </a:lnTo>
                  <a:lnTo>
                    <a:pt x="4287607" y="8905"/>
                  </a:lnTo>
                  <a:lnTo>
                    <a:pt x="4294891" y="8214"/>
                  </a:lnTo>
                  <a:lnTo>
                    <a:pt x="4304194" y="7155"/>
                  </a:lnTo>
                  <a:lnTo>
                    <a:pt x="4313198" y="5805"/>
                  </a:lnTo>
                  <a:lnTo>
                    <a:pt x="4323970" y="3843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233038" y="5943091"/>
              <a:ext cx="4013200" cy="156845"/>
            </a:xfrm>
            <a:custGeom>
              <a:avLst/>
              <a:gdLst/>
              <a:ahLst/>
              <a:cxnLst/>
              <a:rect l="l" t="t" r="r" b="b"/>
              <a:pathLst>
                <a:path w="4013200" h="156845">
                  <a:moveTo>
                    <a:pt x="0" y="156627"/>
                  </a:moveTo>
                  <a:lnTo>
                    <a:pt x="104499" y="152106"/>
                  </a:lnTo>
                  <a:lnTo>
                    <a:pt x="89804" y="152742"/>
                  </a:lnTo>
                  <a:lnTo>
                    <a:pt x="65312" y="153801"/>
                  </a:lnTo>
                  <a:lnTo>
                    <a:pt x="104499" y="152106"/>
                  </a:lnTo>
                  <a:lnTo>
                    <a:pt x="168843" y="149167"/>
                  </a:lnTo>
                  <a:lnTo>
                    <a:pt x="233487" y="146001"/>
                  </a:lnTo>
                  <a:lnTo>
                    <a:pt x="305747" y="142154"/>
                  </a:lnTo>
                  <a:lnTo>
                    <a:pt x="322628" y="141312"/>
                  </a:lnTo>
                  <a:lnTo>
                    <a:pt x="368231" y="139492"/>
                  </a:lnTo>
                  <a:lnTo>
                    <a:pt x="434999" y="137751"/>
                  </a:lnTo>
                  <a:lnTo>
                    <a:pt x="515373" y="137150"/>
                  </a:lnTo>
                  <a:lnTo>
                    <a:pt x="534655" y="137209"/>
                  </a:lnTo>
                  <a:lnTo>
                    <a:pt x="584971" y="137304"/>
                  </a:lnTo>
                  <a:lnTo>
                    <a:pt x="655027" y="137309"/>
                  </a:lnTo>
                  <a:lnTo>
                    <a:pt x="733526" y="137099"/>
                  </a:lnTo>
                  <a:lnTo>
                    <a:pt x="796362" y="136655"/>
                  </a:lnTo>
                  <a:lnTo>
                    <a:pt x="856773" y="136004"/>
                  </a:lnTo>
                  <a:lnTo>
                    <a:pt x="920392" y="134982"/>
                  </a:lnTo>
                  <a:lnTo>
                    <a:pt x="965027" y="134031"/>
                  </a:lnTo>
                  <a:lnTo>
                    <a:pt x="1032696" y="132286"/>
                  </a:lnTo>
                  <a:lnTo>
                    <a:pt x="1038055" y="132105"/>
                  </a:lnTo>
                  <a:lnTo>
                    <a:pt x="1052533" y="131634"/>
                  </a:lnTo>
                  <a:lnTo>
                    <a:pt x="1099256" y="130241"/>
                  </a:lnTo>
                  <a:lnTo>
                    <a:pt x="1145730" y="129378"/>
                  </a:lnTo>
                  <a:lnTo>
                    <a:pt x="1180465" y="129138"/>
                  </a:lnTo>
                  <a:lnTo>
                    <a:pt x="1199873" y="128882"/>
                  </a:lnTo>
                  <a:lnTo>
                    <a:pt x="1229884" y="128229"/>
                  </a:lnTo>
                  <a:lnTo>
                    <a:pt x="1268586" y="126994"/>
                  </a:lnTo>
                  <a:lnTo>
                    <a:pt x="1278232" y="126663"/>
                  </a:lnTo>
                  <a:lnTo>
                    <a:pt x="1303342" y="125936"/>
                  </a:lnTo>
                  <a:lnTo>
                    <a:pt x="1338175" y="125209"/>
                  </a:lnTo>
                  <a:lnTo>
                    <a:pt x="1376992" y="124878"/>
                  </a:lnTo>
                  <a:lnTo>
                    <a:pt x="1385838" y="124878"/>
                  </a:lnTo>
                  <a:lnTo>
                    <a:pt x="1408862" y="124878"/>
                  </a:lnTo>
                  <a:lnTo>
                    <a:pt x="1440797" y="124878"/>
                  </a:lnTo>
                  <a:lnTo>
                    <a:pt x="1476373" y="124878"/>
                  </a:lnTo>
                  <a:lnTo>
                    <a:pt x="1484566" y="124881"/>
                  </a:lnTo>
                  <a:lnTo>
                    <a:pt x="1537189" y="124954"/>
                  </a:lnTo>
                  <a:lnTo>
                    <a:pt x="1581456" y="125097"/>
                  </a:lnTo>
                  <a:lnTo>
                    <a:pt x="1635364" y="125485"/>
                  </a:lnTo>
                  <a:lnTo>
                    <a:pt x="1680193" y="125987"/>
                  </a:lnTo>
                  <a:lnTo>
                    <a:pt x="1702452" y="126204"/>
                  </a:lnTo>
                  <a:lnTo>
                    <a:pt x="1733652" y="126409"/>
                  </a:lnTo>
                  <a:lnTo>
                    <a:pt x="1768967" y="126477"/>
                  </a:lnTo>
                  <a:lnTo>
                    <a:pt x="1777153" y="126451"/>
                  </a:lnTo>
                  <a:lnTo>
                    <a:pt x="1798694" y="126311"/>
                  </a:lnTo>
                  <a:lnTo>
                    <a:pt x="1829062" y="125965"/>
                  </a:lnTo>
                  <a:lnTo>
                    <a:pt x="1863729" y="125320"/>
                  </a:lnTo>
                  <a:lnTo>
                    <a:pt x="1871782" y="125137"/>
                  </a:lnTo>
                  <a:lnTo>
                    <a:pt x="1892847" y="124679"/>
                  </a:lnTo>
                  <a:lnTo>
                    <a:pt x="1922279" y="124084"/>
                  </a:lnTo>
                  <a:lnTo>
                    <a:pt x="1955438" y="123491"/>
                  </a:lnTo>
                  <a:lnTo>
                    <a:pt x="1963102" y="123360"/>
                  </a:lnTo>
                  <a:lnTo>
                    <a:pt x="1983277" y="122993"/>
                  </a:lnTo>
                  <a:lnTo>
                    <a:pt x="2011737" y="122428"/>
                  </a:lnTo>
                  <a:lnTo>
                    <a:pt x="2044259" y="121703"/>
                  </a:lnTo>
                  <a:lnTo>
                    <a:pt x="2051776" y="121537"/>
                  </a:lnTo>
                  <a:lnTo>
                    <a:pt x="2071254" y="121174"/>
                  </a:lnTo>
                  <a:lnTo>
                    <a:pt x="2098080" y="120810"/>
                  </a:lnTo>
                  <a:lnTo>
                    <a:pt x="2127644" y="120644"/>
                  </a:lnTo>
                  <a:lnTo>
                    <a:pt x="2134435" y="120644"/>
                  </a:lnTo>
                  <a:lnTo>
                    <a:pt x="2152574" y="120644"/>
                  </a:lnTo>
                  <a:lnTo>
                    <a:pt x="2178712" y="120644"/>
                  </a:lnTo>
                  <a:lnTo>
                    <a:pt x="2209502" y="120644"/>
                  </a:lnTo>
                  <a:lnTo>
                    <a:pt x="2216765" y="120611"/>
                  </a:lnTo>
                  <a:lnTo>
                    <a:pt x="2235601" y="120380"/>
                  </a:lnTo>
                  <a:lnTo>
                    <a:pt x="2261586" y="119751"/>
                  </a:lnTo>
                  <a:lnTo>
                    <a:pt x="2290293" y="118528"/>
                  </a:lnTo>
                  <a:lnTo>
                    <a:pt x="2296881" y="118170"/>
                  </a:lnTo>
                  <a:lnTo>
                    <a:pt x="2314406" y="117257"/>
                  </a:lnTo>
                  <a:lnTo>
                    <a:pt x="2368821" y="114712"/>
                  </a:lnTo>
                  <a:lnTo>
                    <a:pt x="2420134" y="112811"/>
                  </a:lnTo>
                  <a:lnTo>
                    <a:pt x="2474947" y="111307"/>
                  </a:lnTo>
                  <a:lnTo>
                    <a:pt x="2526789" y="110431"/>
                  </a:lnTo>
                  <a:lnTo>
                    <a:pt x="2532959" y="110344"/>
                  </a:lnTo>
                  <a:lnTo>
                    <a:pt x="2549211" y="110017"/>
                  </a:lnTo>
                  <a:lnTo>
                    <a:pt x="2572157" y="109347"/>
                  </a:lnTo>
                  <a:lnTo>
                    <a:pt x="2598408" y="108232"/>
                  </a:lnTo>
                  <a:lnTo>
                    <a:pt x="2604572" y="107941"/>
                  </a:lnTo>
                  <a:lnTo>
                    <a:pt x="2620948" y="107281"/>
                  </a:lnTo>
                  <a:lnTo>
                    <a:pt x="2671644" y="106116"/>
                  </a:lnTo>
                  <a:lnTo>
                    <a:pt x="2718726" y="105874"/>
                  </a:lnTo>
                  <a:lnTo>
                    <a:pt x="2745709" y="105829"/>
                  </a:lnTo>
                  <a:lnTo>
                    <a:pt x="2751957" y="105796"/>
                  </a:lnTo>
                  <a:lnTo>
                    <a:pt x="2768304" y="105564"/>
                  </a:lnTo>
                  <a:lnTo>
                    <a:pt x="2791150" y="104936"/>
                  </a:lnTo>
                  <a:lnTo>
                    <a:pt x="2816896" y="103712"/>
                  </a:lnTo>
                  <a:lnTo>
                    <a:pt x="2822853" y="103381"/>
                  </a:lnTo>
                  <a:lnTo>
                    <a:pt x="2838559" y="102654"/>
                  </a:lnTo>
                  <a:lnTo>
                    <a:pt x="2860763" y="101926"/>
                  </a:lnTo>
                  <a:lnTo>
                    <a:pt x="2886218" y="101595"/>
                  </a:lnTo>
                  <a:lnTo>
                    <a:pt x="2892176" y="101562"/>
                  </a:lnTo>
                  <a:lnTo>
                    <a:pt x="2907882" y="101332"/>
                  </a:lnTo>
                  <a:lnTo>
                    <a:pt x="2955551" y="99490"/>
                  </a:lnTo>
                  <a:lnTo>
                    <a:pt x="2997674" y="96811"/>
                  </a:lnTo>
                  <a:lnTo>
                    <a:pt x="3039177" y="93910"/>
                  </a:lnTo>
                  <a:lnTo>
                    <a:pt x="3081193" y="90652"/>
                  </a:lnTo>
                  <a:lnTo>
                    <a:pt x="3092608" y="89802"/>
                  </a:lnTo>
                  <a:lnTo>
                    <a:pt x="3108509" y="88735"/>
                  </a:lnTo>
                  <a:lnTo>
                    <a:pt x="3126343" y="87736"/>
                  </a:lnTo>
                  <a:lnTo>
                    <a:pt x="3130464" y="87517"/>
                  </a:lnTo>
                  <a:lnTo>
                    <a:pt x="3141364" y="86856"/>
                  </a:lnTo>
                  <a:lnTo>
                    <a:pt x="3190406" y="82464"/>
                  </a:lnTo>
                  <a:lnTo>
                    <a:pt x="3231486" y="77037"/>
                  </a:lnTo>
                  <a:lnTo>
                    <a:pt x="3243511" y="75401"/>
                  </a:lnTo>
                  <a:lnTo>
                    <a:pt x="3281558" y="71080"/>
                  </a:lnTo>
                  <a:lnTo>
                    <a:pt x="3326408" y="67120"/>
                  </a:lnTo>
                  <a:lnTo>
                    <a:pt x="3330878" y="66734"/>
                  </a:lnTo>
                  <a:lnTo>
                    <a:pt x="3380720" y="61726"/>
                  </a:lnTo>
                  <a:lnTo>
                    <a:pt x="3437660" y="54858"/>
                  </a:lnTo>
                  <a:lnTo>
                    <a:pt x="3442541" y="54240"/>
                  </a:lnTo>
                  <a:lnTo>
                    <a:pt x="3455425" y="52633"/>
                  </a:lnTo>
                  <a:lnTo>
                    <a:pt x="3473671" y="50406"/>
                  </a:lnTo>
                  <a:lnTo>
                    <a:pt x="3494638" y="47926"/>
                  </a:lnTo>
                  <a:lnTo>
                    <a:pt x="3499594" y="47350"/>
                  </a:lnTo>
                  <a:lnTo>
                    <a:pt x="3512835" y="45798"/>
                  </a:lnTo>
                  <a:lnTo>
                    <a:pt x="3531925" y="43538"/>
                  </a:lnTo>
                  <a:lnTo>
                    <a:pt x="3554425" y="40835"/>
                  </a:lnTo>
                  <a:lnTo>
                    <a:pt x="3559953" y="40245"/>
                  </a:lnTo>
                  <a:lnTo>
                    <a:pt x="3575257" y="38950"/>
                  </a:lnTo>
                  <a:lnTo>
                    <a:pt x="3598416" y="37663"/>
                  </a:lnTo>
                  <a:lnTo>
                    <a:pt x="3627509" y="37096"/>
                  </a:lnTo>
                  <a:lnTo>
                    <a:pt x="3634992" y="36998"/>
                  </a:lnTo>
                  <a:lnTo>
                    <a:pt x="3655954" y="36281"/>
                  </a:lnTo>
                  <a:lnTo>
                    <a:pt x="3688164" y="34312"/>
                  </a:lnTo>
                  <a:lnTo>
                    <a:pt x="3729390" y="30456"/>
                  </a:lnTo>
                  <a:lnTo>
                    <a:pt x="3739486" y="29348"/>
                  </a:lnTo>
                  <a:lnTo>
                    <a:pt x="3765170" y="26602"/>
                  </a:lnTo>
                  <a:lnTo>
                    <a:pt x="3799533" y="23087"/>
                  </a:lnTo>
                  <a:lnTo>
                    <a:pt x="3835667" y="19668"/>
                  </a:lnTo>
                  <a:lnTo>
                    <a:pt x="3843437" y="18975"/>
                  </a:lnTo>
                  <a:lnTo>
                    <a:pt x="3863115" y="17208"/>
                  </a:lnTo>
                  <a:lnTo>
                    <a:pt x="3916386" y="12309"/>
                  </a:lnTo>
                  <a:lnTo>
                    <a:pt x="3958517" y="7655"/>
                  </a:lnTo>
                  <a:lnTo>
                    <a:pt x="3981822" y="4528"/>
                  </a:lnTo>
                  <a:lnTo>
                    <a:pt x="4012827" y="0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57311" y="882650"/>
            <a:ext cx="54444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770"/>
              <a:t>Stack</a:t>
            </a:r>
            <a:r>
              <a:rPr dirty="0" spc="-250"/>
              <a:t> </a:t>
            </a:r>
            <a:r>
              <a:rPr dirty="0" spc="535"/>
              <a:t>Operation:</a:t>
            </a:r>
            <a:r>
              <a:rPr dirty="0" spc="-245"/>
              <a:t> </a:t>
            </a:r>
            <a:r>
              <a:rPr dirty="0" spc="630"/>
              <a:t>Pop</a:t>
            </a:r>
          </a:p>
        </p:txBody>
      </p:sp>
      <p:sp>
        <p:nvSpPr>
          <p:cNvPr id="8" name="object 8"/>
          <p:cNvSpPr/>
          <p:nvPr/>
        </p:nvSpPr>
        <p:spPr>
          <a:xfrm>
            <a:off x="571500" y="2619374"/>
            <a:ext cx="2914650" cy="19050"/>
          </a:xfrm>
          <a:custGeom>
            <a:avLst/>
            <a:gdLst/>
            <a:ahLst/>
            <a:cxnLst/>
            <a:rect l="l" t="t" r="r" b="b"/>
            <a:pathLst>
              <a:path w="2914650" h="19050">
                <a:moveTo>
                  <a:pt x="2914650" y="0"/>
                </a:moveTo>
                <a:lnTo>
                  <a:pt x="0" y="0"/>
                </a:lnTo>
                <a:lnTo>
                  <a:pt x="0" y="19050"/>
                </a:lnTo>
                <a:lnTo>
                  <a:pt x="2914650" y="19050"/>
                </a:lnTo>
                <a:lnTo>
                  <a:pt x="2914650" y="0"/>
                </a:lnTo>
                <a:close/>
              </a:path>
            </a:pathLst>
          </a:custGeom>
          <a:solidFill>
            <a:srgbClr val="C912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7311" y="2716212"/>
            <a:ext cx="2922270" cy="14058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774700">
              <a:lnSpc>
                <a:spcPct val="109800"/>
              </a:lnSpc>
              <a:spcBef>
                <a:spcPts val="90"/>
              </a:spcBef>
            </a:pPr>
            <a:r>
              <a:rPr dirty="0" sz="1650" spc="350">
                <a:solidFill>
                  <a:srgbClr val="FFE5E5"/>
                </a:solidFill>
                <a:latin typeface="Arial MT"/>
                <a:cs typeface="Arial MT"/>
              </a:rPr>
              <a:t>Check</a:t>
            </a:r>
            <a:r>
              <a:rPr dirty="0" sz="1650" spc="-12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275">
                <a:solidFill>
                  <a:srgbClr val="FFE5E5"/>
                </a:solidFill>
                <a:latin typeface="Arial MT"/>
                <a:cs typeface="Arial MT"/>
              </a:rPr>
              <a:t>if</a:t>
            </a:r>
            <a:r>
              <a:rPr dirty="0" sz="1650" spc="-114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95">
                <a:solidFill>
                  <a:srgbClr val="FFE5E5"/>
                </a:solidFill>
                <a:latin typeface="Arial MT"/>
                <a:cs typeface="Arial MT"/>
              </a:rPr>
              <a:t>Stack</a:t>
            </a:r>
            <a:r>
              <a:rPr dirty="0" sz="1650" spc="-114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270">
                <a:solidFill>
                  <a:srgbClr val="FFE5E5"/>
                </a:solidFill>
                <a:latin typeface="Arial MT"/>
                <a:cs typeface="Arial MT"/>
              </a:rPr>
              <a:t>is </a:t>
            </a:r>
            <a:r>
              <a:rPr dirty="0" sz="1650" spc="370">
                <a:solidFill>
                  <a:srgbClr val="FFE5E5"/>
                </a:solidFill>
                <a:latin typeface="Arial MT"/>
                <a:cs typeface="Arial MT"/>
              </a:rPr>
              <a:t>Empty</a:t>
            </a:r>
            <a:endParaRPr sz="1650">
              <a:latin typeface="Arial MT"/>
              <a:cs typeface="Arial MT"/>
            </a:endParaRPr>
          </a:p>
          <a:p>
            <a:pPr marL="12700" marR="5080">
              <a:lnSpc>
                <a:spcPct val="137500"/>
              </a:lnSpc>
              <a:spcBef>
                <a:spcPts val="335"/>
              </a:spcBef>
            </a:pPr>
            <a:r>
              <a:rPr dirty="0" sz="1250" spc="-70">
                <a:solidFill>
                  <a:srgbClr val="FFE5E5"/>
                </a:solidFill>
                <a:latin typeface="Tahoma"/>
                <a:cs typeface="Tahoma"/>
              </a:rPr>
              <a:t>If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there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are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 no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elements,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5" b="1">
                <a:solidFill>
                  <a:srgbClr val="FFE5E5"/>
                </a:solidFill>
                <a:latin typeface="Trebuchet MS"/>
                <a:cs typeface="Trebuchet MS"/>
              </a:rPr>
              <a:t>Stack </a:t>
            </a: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Underflow</a:t>
            </a:r>
            <a:r>
              <a:rPr dirty="0" sz="1250" spc="9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error</a:t>
            </a:r>
            <a:r>
              <a:rPr dirty="0" sz="1250" spc="8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is</a:t>
            </a:r>
            <a:r>
              <a:rPr dirty="0" sz="1250" spc="9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raised</a:t>
            </a:r>
            <a:r>
              <a:rPr dirty="0" sz="1250" spc="9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25">
                <a:solidFill>
                  <a:srgbClr val="FFE5E5"/>
                </a:solidFill>
                <a:latin typeface="Tahoma"/>
                <a:cs typeface="Tahoma"/>
              </a:rPr>
              <a:t>4</a:t>
            </a:r>
            <a:r>
              <a:rPr dirty="0" sz="1250" spc="8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nothing</a:t>
            </a:r>
            <a:r>
              <a:rPr dirty="0" sz="1250" spc="9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to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remove!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7311" y="1601025"/>
            <a:ext cx="5547360" cy="977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0"/>
              </a:spcBef>
            </a:pPr>
            <a:r>
              <a:rPr dirty="0" sz="1250" spc="55" b="1">
                <a:solidFill>
                  <a:srgbClr val="FFE5E5"/>
                </a:solidFill>
                <a:latin typeface="Trebuchet MS"/>
                <a:cs typeface="Trebuchet MS"/>
              </a:rPr>
              <a:t>Pop</a:t>
            </a:r>
            <a:r>
              <a:rPr dirty="0" sz="1250" spc="1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means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5" b="1">
                <a:solidFill>
                  <a:srgbClr val="FFE5E5"/>
                </a:solidFill>
                <a:latin typeface="Trebuchet MS"/>
                <a:cs typeface="Trebuchet MS"/>
              </a:rPr>
              <a:t>removing</a:t>
            </a:r>
            <a:r>
              <a:rPr dirty="0" sz="1250" spc="-3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50" b="1">
                <a:solidFill>
                  <a:srgbClr val="FFE5E5"/>
                </a:solidFill>
                <a:latin typeface="Trebuchet MS"/>
                <a:cs typeface="Trebuchet MS"/>
              </a:rPr>
              <a:t>the</a:t>
            </a:r>
            <a:r>
              <a:rPr dirty="0" sz="1250" spc="-4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75" b="1">
                <a:solidFill>
                  <a:srgbClr val="FFE5E5"/>
                </a:solidFill>
                <a:latin typeface="Trebuchet MS"/>
                <a:cs typeface="Trebuchet MS"/>
              </a:rPr>
              <a:t>topmost</a:t>
            </a:r>
            <a:r>
              <a:rPr dirty="0" sz="1250" spc="-4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50" b="1">
                <a:solidFill>
                  <a:srgbClr val="FFE5E5"/>
                </a:solidFill>
                <a:latin typeface="Trebuchet MS"/>
                <a:cs typeface="Trebuchet MS"/>
              </a:rPr>
              <a:t>element</a:t>
            </a:r>
            <a:r>
              <a:rPr dirty="0" sz="1250" spc="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from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stack.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Only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top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element</a:t>
            </a:r>
            <a:r>
              <a:rPr dirty="0" sz="1250" spc="-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FFE5E5"/>
                </a:solidFill>
                <a:latin typeface="Tahoma"/>
                <a:cs typeface="Tahoma"/>
              </a:rPr>
              <a:t>can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80">
                <a:solidFill>
                  <a:srgbClr val="FFE5E5"/>
                </a:solidFill>
                <a:latin typeface="Tahoma"/>
                <a:cs typeface="Tahoma"/>
              </a:rPr>
              <a:t>be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removed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25">
                <a:solidFill>
                  <a:srgbClr val="FFE5E5"/>
                </a:solidFill>
                <a:latin typeface="Tahoma"/>
                <a:cs typeface="Tahoma"/>
              </a:rPr>
              <a:t>4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you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cannot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skip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middle.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095625" algn="l"/>
              </a:tabLst>
            </a:pPr>
            <a:r>
              <a:rPr dirty="0" sz="1250" spc="235">
                <a:solidFill>
                  <a:srgbClr val="FFE5E5"/>
                </a:solidFill>
                <a:latin typeface="Arial MT"/>
                <a:cs typeface="Arial MT"/>
              </a:rPr>
              <a:t>01</a:t>
            </a:r>
            <a:r>
              <a:rPr dirty="0" sz="1250">
                <a:solidFill>
                  <a:srgbClr val="FFE5E5"/>
                </a:solidFill>
                <a:latin typeface="Arial MT"/>
                <a:cs typeface="Arial MT"/>
              </a:rPr>
              <a:t>	</a:t>
            </a:r>
            <a:r>
              <a:rPr dirty="0" sz="1250" spc="390">
                <a:solidFill>
                  <a:srgbClr val="FFE5E5"/>
                </a:solidFill>
                <a:latin typeface="Arial MT"/>
                <a:cs typeface="Arial MT"/>
              </a:rPr>
              <a:t>02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57600" y="2619374"/>
            <a:ext cx="2914650" cy="19050"/>
          </a:xfrm>
          <a:custGeom>
            <a:avLst/>
            <a:gdLst/>
            <a:ahLst/>
            <a:cxnLst/>
            <a:rect l="l" t="t" r="r" b="b"/>
            <a:pathLst>
              <a:path w="2914650" h="19050">
                <a:moveTo>
                  <a:pt x="2914650" y="0"/>
                </a:moveTo>
                <a:lnTo>
                  <a:pt x="0" y="0"/>
                </a:lnTo>
                <a:lnTo>
                  <a:pt x="0" y="19050"/>
                </a:lnTo>
                <a:lnTo>
                  <a:pt x="2914650" y="19050"/>
                </a:lnTo>
                <a:lnTo>
                  <a:pt x="2914650" y="0"/>
                </a:lnTo>
                <a:close/>
              </a:path>
            </a:pathLst>
          </a:custGeom>
          <a:solidFill>
            <a:srgbClr val="C912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640582" y="2735262"/>
            <a:ext cx="2760980" cy="8534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90">
                <a:solidFill>
                  <a:srgbClr val="FFE5E5"/>
                </a:solidFill>
                <a:latin typeface="Arial MT"/>
                <a:cs typeface="Arial MT"/>
              </a:rPr>
              <a:t>Read</a:t>
            </a:r>
            <a:r>
              <a:rPr dirty="0" sz="1650" spc="-114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20">
                <a:solidFill>
                  <a:srgbClr val="FFE5E5"/>
                </a:solidFill>
                <a:latin typeface="Arial MT"/>
                <a:cs typeface="Arial MT"/>
              </a:rPr>
              <a:t>the</a:t>
            </a:r>
            <a:r>
              <a:rPr dirty="0" sz="1650" spc="-11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10">
                <a:solidFill>
                  <a:srgbClr val="FFE5E5"/>
                </a:solidFill>
                <a:latin typeface="Arial MT"/>
                <a:cs typeface="Arial MT"/>
              </a:rPr>
              <a:t>Top</a:t>
            </a:r>
            <a:r>
              <a:rPr dirty="0" sz="1650" spc="-11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15">
                <a:solidFill>
                  <a:srgbClr val="FFE5E5"/>
                </a:solidFill>
                <a:latin typeface="Arial MT"/>
                <a:cs typeface="Arial MT"/>
              </a:rPr>
              <a:t>Element</a:t>
            </a:r>
            <a:endParaRPr sz="1650">
              <a:latin typeface="Arial MT"/>
              <a:cs typeface="Arial MT"/>
            </a:endParaRPr>
          </a:p>
          <a:p>
            <a:pPr marL="12700" marR="175895">
              <a:lnSpc>
                <a:spcPct val="135000"/>
              </a:lnSpc>
              <a:spcBef>
                <a:spcPts val="445"/>
              </a:spcBef>
            </a:pP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element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at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5" b="1">
                <a:solidFill>
                  <a:srgbClr val="FFE5E5"/>
                </a:solidFill>
                <a:latin typeface="Trebuchet MS"/>
                <a:cs typeface="Trebuchet MS"/>
              </a:rPr>
              <a:t>top</a:t>
            </a:r>
            <a:r>
              <a:rPr dirty="0" sz="1250" spc="-1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position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is 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retrieved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and 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returned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user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500" y="4695825"/>
            <a:ext cx="6000750" cy="19050"/>
          </a:xfrm>
          <a:custGeom>
            <a:avLst/>
            <a:gdLst/>
            <a:ahLst/>
            <a:cxnLst/>
            <a:rect l="l" t="t" r="r" b="b"/>
            <a:pathLst>
              <a:path w="6000750" h="19050">
                <a:moveTo>
                  <a:pt x="6000750" y="0"/>
                </a:moveTo>
                <a:lnTo>
                  <a:pt x="0" y="0"/>
                </a:lnTo>
                <a:lnTo>
                  <a:pt x="0" y="19050"/>
                </a:lnTo>
                <a:lnTo>
                  <a:pt x="6000750" y="19050"/>
                </a:lnTo>
                <a:lnTo>
                  <a:pt x="6000750" y="0"/>
                </a:lnTo>
                <a:close/>
              </a:path>
            </a:pathLst>
          </a:custGeom>
          <a:solidFill>
            <a:srgbClr val="C912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57311" y="4434522"/>
            <a:ext cx="5310505" cy="9734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420">
                <a:solidFill>
                  <a:srgbClr val="FFE5E5"/>
                </a:solidFill>
                <a:latin typeface="Arial MT"/>
                <a:cs typeface="Arial MT"/>
              </a:rPr>
              <a:t>03</a:t>
            </a:r>
            <a:endParaRPr sz="12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650" spc="340">
                <a:solidFill>
                  <a:srgbClr val="FFE5E5"/>
                </a:solidFill>
                <a:latin typeface="Arial MT"/>
                <a:cs typeface="Arial MT"/>
              </a:rPr>
              <a:t>Decrement</a:t>
            </a:r>
            <a:r>
              <a:rPr dirty="0" sz="1650" spc="-114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20">
                <a:solidFill>
                  <a:srgbClr val="FFE5E5"/>
                </a:solidFill>
                <a:latin typeface="Arial MT"/>
                <a:cs typeface="Arial MT"/>
              </a:rPr>
              <a:t>the</a:t>
            </a:r>
            <a:r>
              <a:rPr dirty="0" sz="1650" spc="-11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10">
                <a:solidFill>
                  <a:srgbClr val="FFE5E5"/>
                </a:solidFill>
                <a:latin typeface="Arial MT"/>
                <a:cs typeface="Arial MT"/>
              </a:rPr>
              <a:t>Top</a:t>
            </a:r>
            <a:r>
              <a:rPr dirty="0" sz="1650" spc="-11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25">
                <a:solidFill>
                  <a:srgbClr val="FFE5E5"/>
                </a:solidFill>
                <a:latin typeface="Arial MT"/>
                <a:cs typeface="Arial MT"/>
              </a:rPr>
              <a:t>Pointer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The </a:t>
            </a:r>
            <a:r>
              <a:rPr dirty="0" sz="1250" spc="65" b="1">
                <a:solidFill>
                  <a:srgbClr val="FFE5E5"/>
                </a:solidFill>
                <a:latin typeface="Trebuchet MS"/>
                <a:cs typeface="Trebuchet MS"/>
              </a:rPr>
              <a:t>top</a:t>
            </a:r>
            <a:r>
              <a:rPr dirty="0" sz="1250" spc="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pointer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moves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down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by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one, 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effectively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removing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element</a:t>
            </a:r>
            <a:endParaRPr sz="1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580245" cy="6435090"/>
          </a:xfrm>
          <a:custGeom>
            <a:avLst/>
            <a:gdLst/>
            <a:ahLst/>
            <a:cxnLst/>
            <a:rect l="l" t="t" r="r" b="b"/>
            <a:pathLst>
              <a:path w="9580245" h="6435090">
                <a:moveTo>
                  <a:pt x="9580162" y="0"/>
                </a:moveTo>
                <a:lnTo>
                  <a:pt x="0" y="0"/>
                </a:lnTo>
                <a:lnTo>
                  <a:pt x="0" y="6434675"/>
                </a:lnTo>
                <a:lnTo>
                  <a:pt x="9580162" y="6434675"/>
                </a:lnTo>
                <a:lnTo>
                  <a:pt x="9580162" y="0"/>
                </a:lnTo>
                <a:close/>
              </a:path>
            </a:pathLst>
          </a:custGeom>
          <a:solidFill>
            <a:srgbClr val="090909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5060" y="378489"/>
            <a:ext cx="6577330" cy="4565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800" spc="560"/>
              <a:t>Other</a:t>
            </a:r>
            <a:r>
              <a:rPr dirty="0" sz="2800" spc="-204"/>
              <a:t> </a:t>
            </a:r>
            <a:r>
              <a:rPr dirty="0" sz="2800" spc="475"/>
              <a:t>Useful</a:t>
            </a:r>
            <a:r>
              <a:rPr dirty="0" sz="2800" spc="-204"/>
              <a:t> </a:t>
            </a:r>
            <a:r>
              <a:rPr dirty="0" sz="2800" spc="640"/>
              <a:t>Stack</a:t>
            </a:r>
            <a:r>
              <a:rPr dirty="0" sz="2800" spc="-200"/>
              <a:t> </a:t>
            </a:r>
            <a:r>
              <a:rPr dirty="0" sz="2800" spc="500"/>
              <a:t>Operations</a:t>
            </a:r>
            <a:endParaRPr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008" y="1987883"/>
            <a:ext cx="5484643" cy="311355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290973" y="1181553"/>
            <a:ext cx="2818765" cy="1557020"/>
            <a:chOff x="6290973" y="1181553"/>
            <a:chExt cx="2818765" cy="1557020"/>
          </a:xfrm>
        </p:grpSpPr>
        <p:sp>
          <p:nvSpPr>
            <p:cNvPr id="6" name="object 6"/>
            <p:cNvSpPr/>
            <p:nvPr/>
          </p:nvSpPr>
          <p:spPr>
            <a:xfrm>
              <a:off x="6306940" y="1189536"/>
              <a:ext cx="2794635" cy="1541145"/>
            </a:xfrm>
            <a:custGeom>
              <a:avLst/>
              <a:gdLst/>
              <a:ahLst/>
              <a:cxnLst/>
              <a:rect l="l" t="t" r="r" b="b"/>
              <a:pathLst>
                <a:path w="2794634" h="1541145">
                  <a:moveTo>
                    <a:pt x="2759693" y="0"/>
                  </a:moveTo>
                  <a:lnTo>
                    <a:pt x="59673" y="0"/>
                  </a:lnTo>
                  <a:lnTo>
                    <a:pt x="55522" y="361"/>
                  </a:lnTo>
                  <a:lnTo>
                    <a:pt x="15743" y="18958"/>
                  </a:lnTo>
                  <a:lnTo>
                    <a:pt x="0" y="52211"/>
                  </a:lnTo>
                  <a:lnTo>
                    <a:pt x="0" y="1484925"/>
                  </a:lnTo>
                  <a:lnTo>
                    <a:pt x="0" y="1488597"/>
                  </a:lnTo>
                  <a:lnTo>
                    <a:pt x="21672" y="1527035"/>
                  </a:lnTo>
                  <a:lnTo>
                    <a:pt x="59673" y="1540809"/>
                  </a:lnTo>
                  <a:lnTo>
                    <a:pt x="2759693" y="1540809"/>
                  </a:lnTo>
                  <a:lnTo>
                    <a:pt x="2793202" y="1511366"/>
                  </a:lnTo>
                  <a:lnTo>
                    <a:pt x="2794214" y="1506288"/>
                  </a:lnTo>
                  <a:lnTo>
                    <a:pt x="2794214" y="34520"/>
                  </a:lnTo>
                  <a:lnTo>
                    <a:pt x="2764771" y="1011"/>
                  </a:lnTo>
                  <a:lnTo>
                    <a:pt x="2759693" y="0"/>
                  </a:lnTo>
                  <a:close/>
                </a:path>
              </a:pathLst>
            </a:custGeom>
            <a:solidFill>
              <a:srgbClr val="090909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306934" y="1181556"/>
              <a:ext cx="2802255" cy="1557020"/>
            </a:xfrm>
            <a:custGeom>
              <a:avLst/>
              <a:gdLst/>
              <a:ahLst/>
              <a:cxnLst/>
              <a:rect l="l" t="t" r="r" b="b"/>
              <a:pathLst>
                <a:path w="2802254" h="1557020">
                  <a:moveTo>
                    <a:pt x="2802191" y="41452"/>
                  </a:moveTo>
                  <a:lnTo>
                    <a:pt x="2800985" y="35356"/>
                  </a:lnTo>
                  <a:lnTo>
                    <a:pt x="2796133" y="23647"/>
                  </a:lnTo>
                  <a:lnTo>
                    <a:pt x="2792679" y="18478"/>
                  </a:lnTo>
                  <a:lnTo>
                    <a:pt x="2788602" y="14401"/>
                  </a:lnTo>
                  <a:lnTo>
                    <a:pt x="2788196" y="13995"/>
                  </a:lnTo>
                  <a:lnTo>
                    <a:pt x="2783713" y="9512"/>
                  </a:lnTo>
                  <a:lnTo>
                    <a:pt x="2778556" y="6057"/>
                  </a:lnTo>
                  <a:lnTo>
                    <a:pt x="2766847" y="1219"/>
                  </a:lnTo>
                  <a:lnTo>
                    <a:pt x="2760751" y="0"/>
                  </a:lnTo>
                  <a:lnTo>
                    <a:pt x="55397" y="0"/>
                  </a:lnTo>
                  <a:lnTo>
                    <a:pt x="12725" y="24701"/>
                  </a:lnTo>
                  <a:lnTo>
                    <a:pt x="0" y="55397"/>
                  </a:lnTo>
                  <a:lnTo>
                    <a:pt x="0" y="57518"/>
                  </a:lnTo>
                  <a:lnTo>
                    <a:pt x="1612" y="51409"/>
                  </a:lnTo>
                  <a:lnTo>
                    <a:pt x="8102" y="39674"/>
                  </a:lnTo>
                  <a:lnTo>
                    <a:pt x="47256" y="17183"/>
                  </a:lnTo>
                  <a:lnTo>
                    <a:pt x="55397" y="15963"/>
                  </a:lnTo>
                  <a:lnTo>
                    <a:pt x="2763202" y="15963"/>
                  </a:lnTo>
                  <a:lnTo>
                    <a:pt x="2770695" y="19075"/>
                  </a:lnTo>
                  <a:lnTo>
                    <a:pt x="2776905" y="25285"/>
                  </a:lnTo>
                  <a:lnTo>
                    <a:pt x="2777312" y="25692"/>
                  </a:lnTo>
                  <a:lnTo>
                    <a:pt x="2783128" y="31496"/>
                  </a:lnTo>
                  <a:lnTo>
                    <a:pt x="2786227" y="38989"/>
                  </a:lnTo>
                  <a:lnTo>
                    <a:pt x="2786227" y="1517777"/>
                  </a:lnTo>
                  <a:lnTo>
                    <a:pt x="2783128" y="1525282"/>
                  </a:lnTo>
                  <a:lnTo>
                    <a:pt x="2777312" y="1531099"/>
                  </a:lnTo>
                  <a:lnTo>
                    <a:pt x="2776905" y="1531493"/>
                  </a:lnTo>
                  <a:lnTo>
                    <a:pt x="2770695" y="1537703"/>
                  </a:lnTo>
                  <a:lnTo>
                    <a:pt x="2763202" y="1540814"/>
                  </a:lnTo>
                  <a:lnTo>
                    <a:pt x="55397" y="1540814"/>
                  </a:lnTo>
                  <a:lnTo>
                    <a:pt x="12725" y="1522285"/>
                  </a:lnTo>
                  <a:lnTo>
                    <a:pt x="0" y="1499260"/>
                  </a:lnTo>
                  <a:lnTo>
                    <a:pt x="0" y="1501368"/>
                  </a:lnTo>
                  <a:lnTo>
                    <a:pt x="24701" y="1544053"/>
                  </a:lnTo>
                  <a:lnTo>
                    <a:pt x="55397" y="1556778"/>
                  </a:lnTo>
                  <a:lnTo>
                    <a:pt x="2760751" y="1556778"/>
                  </a:lnTo>
                  <a:lnTo>
                    <a:pt x="2766847" y="1555559"/>
                  </a:lnTo>
                  <a:lnTo>
                    <a:pt x="2778556" y="1550720"/>
                  </a:lnTo>
                  <a:lnTo>
                    <a:pt x="2783713" y="1547266"/>
                  </a:lnTo>
                  <a:lnTo>
                    <a:pt x="2788196" y="1542783"/>
                  </a:lnTo>
                  <a:lnTo>
                    <a:pt x="2788602" y="1542376"/>
                  </a:lnTo>
                  <a:lnTo>
                    <a:pt x="2792679" y="1538300"/>
                  </a:lnTo>
                  <a:lnTo>
                    <a:pt x="2796133" y="1533131"/>
                  </a:lnTo>
                  <a:lnTo>
                    <a:pt x="2800985" y="1521421"/>
                  </a:lnTo>
                  <a:lnTo>
                    <a:pt x="2802191" y="1515325"/>
                  </a:lnTo>
                  <a:lnTo>
                    <a:pt x="2802191" y="41452"/>
                  </a:lnTo>
                  <a:close/>
                </a:path>
              </a:pathLst>
            </a:custGeom>
            <a:solidFill>
              <a:srgbClr val="8C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90973" y="1181553"/>
              <a:ext cx="64135" cy="1557020"/>
            </a:xfrm>
            <a:custGeom>
              <a:avLst/>
              <a:gdLst/>
              <a:ahLst/>
              <a:cxnLst/>
              <a:rect l="l" t="t" r="r" b="b"/>
              <a:pathLst>
                <a:path w="64135" h="1557020">
                  <a:moveTo>
                    <a:pt x="63867" y="0"/>
                  </a:moveTo>
                  <a:lnTo>
                    <a:pt x="44643" y="0"/>
                  </a:lnTo>
                  <a:lnTo>
                    <a:pt x="41535" y="308"/>
                  </a:lnTo>
                  <a:lnTo>
                    <a:pt x="6312" y="23843"/>
                  </a:lnTo>
                  <a:lnTo>
                    <a:pt x="0" y="44643"/>
                  </a:lnTo>
                  <a:lnTo>
                    <a:pt x="0" y="1508992"/>
                  </a:lnTo>
                  <a:lnTo>
                    <a:pt x="0" y="1512132"/>
                  </a:lnTo>
                  <a:lnTo>
                    <a:pt x="18628" y="1546983"/>
                  </a:lnTo>
                  <a:lnTo>
                    <a:pt x="44643" y="1556776"/>
                  </a:lnTo>
                  <a:lnTo>
                    <a:pt x="63867" y="1556776"/>
                  </a:lnTo>
                  <a:lnTo>
                    <a:pt x="63867" y="0"/>
                  </a:lnTo>
                  <a:close/>
                </a:path>
              </a:pathLst>
            </a:custGeom>
            <a:solidFill>
              <a:srgbClr val="C912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495820" y="1332514"/>
            <a:ext cx="2473960" cy="123126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050" spc="340">
                <a:latin typeface="Times New Roman"/>
                <a:cs typeface="Times New Roman"/>
              </a:rPr>
              <a:t>   </a:t>
            </a:r>
            <a:r>
              <a:rPr dirty="0" sz="1400" spc="285">
                <a:solidFill>
                  <a:srgbClr val="FFE5E5"/>
                </a:solidFill>
                <a:latin typeface="Arial MT"/>
                <a:cs typeface="Arial MT"/>
              </a:rPr>
              <a:t>Peek</a:t>
            </a:r>
            <a:r>
              <a:rPr dirty="0" sz="1400" spc="-11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400" spc="220">
                <a:solidFill>
                  <a:srgbClr val="FFE5E5"/>
                </a:solidFill>
                <a:latin typeface="Arial MT"/>
                <a:cs typeface="Arial MT"/>
              </a:rPr>
              <a:t>(or</a:t>
            </a:r>
            <a:r>
              <a:rPr dirty="0" sz="1400" spc="-105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400" spc="185">
                <a:solidFill>
                  <a:srgbClr val="FFE5E5"/>
                </a:solidFill>
                <a:latin typeface="Arial MT"/>
                <a:cs typeface="Arial MT"/>
              </a:rPr>
              <a:t>Top)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35000"/>
              </a:lnSpc>
              <a:spcBef>
                <a:spcPts val="930"/>
              </a:spcBef>
            </a:pP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Returns</a:t>
            </a:r>
            <a:r>
              <a:rPr dirty="0" sz="1050" spc="7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050" spc="7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65" b="1">
                <a:solidFill>
                  <a:srgbClr val="FFE5E5"/>
                </a:solidFill>
                <a:latin typeface="Trebuchet MS"/>
                <a:cs typeface="Trebuchet MS"/>
              </a:rPr>
              <a:t>topmost</a:t>
            </a:r>
            <a:r>
              <a:rPr dirty="0" sz="1050" spc="4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050" b="1">
                <a:solidFill>
                  <a:srgbClr val="FFE5E5"/>
                </a:solidFill>
                <a:latin typeface="Trebuchet MS"/>
                <a:cs typeface="Trebuchet MS"/>
              </a:rPr>
              <a:t>element</a:t>
            </a:r>
            <a:r>
              <a:rPr dirty="0" sz="1050" spc="8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050" spc="-10">
                <a:solidFill>
                  <a:srgbClr val="FFE5E5"/>
                </a:solidFill>
                <a:latin typeface="Tahoma"/>
                <a:cs typeface="Tahoma"/>
              </a:rPr>
              <a:t>without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removing</a:t>
            </a:r>
            <a:r>
              <a:rPr dirty="0" sz="10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it.</a:t>
            </a:r>
            <a:r>
              <a:rPr dirty="0" sz="10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Like</a:t>
            </a:r>
            <a:r>
              <a:rPr dirty="0" sz="10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peeking</a:t>
            </a:r>
            <a:r>
              <a:rPr dirty="0" sz="10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at</a:t>
            </a:r>
            <a:r>
              <a:rPr dirty="0" sz="10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0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40">
                <a:solidFill>
                  <a:srgbClr val="FFE5E5"/>
                </a:solidFill>
                <a:latin typeface="Tahoma"/>
                <a:cs typeface="Tahoma"/>
              </a:rPr>
              <a:t>top </a:t>
            </a:r>
            <a:r>
              <a:rPr dirty="0" sz="1050" spc="50">
                <a:solidFill>
                  <a:srgbClr val="FFE5E5"/>
                </a:solidFill>
                <a:latin typeface="Tahoma"/>
                <a:cs typeface="Tahoma"/>
              </a:rPr>
              <a:t>book </a:t>
            </a:r>
            <a:r>
              <a:rPr dirty="0" sz="1050" spc="10">
                <a:solidFill>
                  <a:srgbClr val="FFE5E5"/>
                </a:solidFill>
                <a:latin typeface="Tahoma"/>
                <a:cs typeface="Tahoma"/>
              </a:rPr>
              <a:t>without</a:t>
            </a:r>
            <a:r>
              <a:rPr dirty="0" sz="1050" spc="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FFE5E5"/>
                </a:solidFill>
                <a:latin typeface="Tahoma"/>
                <a:cs typeface="Tahoma"/>
              </a:rPr>
              <a:t>picking</a:t>
            </a:r>
            <a:r>
              <a:rPr dirty="0" sz="1050" spc="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FFE5E5"/>
                </a:solidFill>
                <a:latin typeface="Tahoma"/>
                <a:cs typeface="Tahoma"/>
              </a:rPr>
              <a:t>it</a:t>
            </a:r>
            <a:r>
              <a:rPr dirty="0" sz="1050" spc="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FFE5E5"/>
                </a:solidFill>
                <a:latin typeface="Tahoma"/>
                <a:cs typeface="Tahoma"/>
              </a:rPr>
              <a:t>up.</a:t>
            </a:r>
            <a:r>
              <a:rPr dirty="0" sz="1050" spc="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FFE5E5"/>
                </a:solidFill>
                <a:latin typeface="Tahoma"/>
                <a:cs typeface="Tahoma"/>
              </a:rPr>
              <a:t>Useful</a:t>
            </a:r>
            <a:r>
              <a:rPr dirty="0" sz="1050" spc="500">
                <a:solidFill>
                  <a:srgbClr val="FFE5E5"/>
                </a:solidFill>
                <a:latin typeface="Tahoma"/>
                <a:cs typeface="Tahoma"/>
              </a:rPr>
              <a:t> 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when</a:t>
            </a:r>
            <a:r>
              <a:rPr dirty="0" sz="10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you</a:t>
            </a:r>
            <a:r>
              <a:rPr dirty="0" sz="10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just</a:t>
            </a:r>
            <a:r>
              <a:rPr dirty="0" sz="10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want</a:t>
            </a:r>
            <a:r>
              <a:rPr dirty="0" sz="10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0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00" spc="-20" i="1">
                <a:solidFill>
                  <a:srgbClr val="FFE5E5"/>
                </a:solidFill>
                <a:latin typeface="Arial"/>
                <a:cs typeface="Arial"/>
              </a:rPr>
              <a:t>look</a:t>
            </a:r>
            <a:r>
              <a:rPr dirty="0" sz="1050" spc="-20">
                <a:solidFill>
                  <a:srgbClr val="FFE5E5"/>
                </a:solidFill>
                <a:latin typeface="Tahoma"/>
                <a:cs typeface="Tahoma"/>
              </a:rPr>
              <a:t>,</a:t>
            </a:r>
            <a:r>
              <a:rPr dirty="0" sz="10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not</a:t>
            </a:r>
            <a:r>
              <a:rPr dirty="0" sz="1050" spc="4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FFE5E5"/>
                </a:solidFill>
                <a:latin typeface="Tahoma"/>
                <a:cs typeface="Tahoma"/>
              </a:rPr>
              <a:t>modify.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290973" y="2874048"/>
            <a:ext cx="2818765" cy="1557020"/>
            <a:chOff x="6290973" y="2874048"/>
            <a:chExt cx="2818765" cy="1557020"/>
          </a:xfrm>
        </p:grpSpPr>
        <p:sp>
          <p:nvSpPr>
            <p:cNvPr id="11" name="object 11"/>
            <p:cNvSpPr/>
            <p:nvPr/>
          </p:nvSpPr>
          <p:spPr>
            <a:xfrm>
              <a:off x="6306940" y="2882032"/>
              <a:ext cx="2794635" cy="1541145"/>
            </a:xfrm>
            <a:custGeom>
              <a:avLst/>
              <a:gdLst/>
              <a:ahLst/>
              <a:cxnLst/>
              <a:rect l="l" t="t" r="r" b="b"/>
              <a:pathLst>
                <a:path w="2794634" h="1541145">
                  <a:moveTo>
                    <a:pt x="2759693" y="0"/>
                  </a:moveTo>
                  <a:lnTo>
                    <a:pt x="59673" y="0"/>
                  </a:lnTo>
                  <a:lnTo>
                    <a:pt x="55522" y="361"/>
                  </a:lnTo>
                  <a:lnTo>
                    <a:pt x="15743" y="18958"/>
                  </a:lnTo>
                  <a:lnTo>
                    <a:pt x="0" y="52211"/>
                  </a:lnTo>
                  <a:lnTo>
                    <a:pt x="0" y="1484925"/>
                  </a:lnTo>
                  <a:lnTo>
                    <a:pt x="0" y="1488597"/>
                  </a:lnTo>
                  <a:lnTo>
                    <a:pt x="21672" y="1527035"/>
                  </a:lnTo>
                  <a:lnTo>
                    <a:pt x="59673" y="1540809"/>
                  </a:lnTo>
                  <a:lnTo>
                    <a:pt x="2759693" y="1540809"/>
                  </a:lnTo>
                  <a:lnTo>
                    <a:pt x="2793202" y="1511366"/>
                  </a:lnTo>
                  <a:lnTo>
                    <a:pt x="2794214" y="1506288"/>
                  </a:lnTo>
                  <a:lnTo>
                    <a:pt x="2794214" y="34520"/>
                  </a:lnTo>
                  <a:lnTo>
                    <a:pt x="2764771" y="1011"/>
                  </a:lnTo>
                  <a:lnTo>
                    <a:pt x="2759693" y="0"/>
                  </a:lnTo>
                  <a:close/>
                </a:path>
              </a:pathLst>
            </a:custGeom>
            <a:solidFill>
              <a:srgbClr val="090909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306934" y="2874060"/>
              <a:ext cx="2802255" cy="1557020"/>
            </a:xfrm>
            <a:custGeom>
              <a:avLst/>
              <a:gdLst/>
              <a:ahLst/>
              <a:cxnLst/>
              <a:rect l="l" t="t" r="r" b="b"/>
              <a:pathLst>
                <a:path w="2802254" h="1557020">
                  <a:moveTo>
                    <a:pt x="2802191" y="41440"/>
                  </a:moveTo>
                  <a:lnTo>
                    <a:pt x="2800985" y="35344"/>
                  </a:lnTo>
                  <a:lnTo>
                    <a:pt x="2796133" y="23634"/>
                  </a:lnTo>
                  <a:lnTo>
                    <a:pt x="2792679" y="18478"/>
                  </a:lnTo>
                  <a:lnTo>
                    <a:pt x="2788589" y="14401"/>
                  </a:lnTo>
                  <a:lnTo>
                    <a:pt x="2788196" y="13995"/>
                  </a:lnTo>
                  <a:lnTo>
                    <a:pt x="2783713" y="9512"/>
                  </a:lnTo>
                  <a:lnTo>
                    <a:pt x="2778556" y="6045"/>
                  </a:lnTo>
                  <a:lnTo>
                    <a:pt x="2766847" y="1206"/>
                  </a:lnTo>
                  <a:lnTo>
                    <a:pt x="2760751" y="0"/>
                  </a:lnTo>
                  <a:lnTo>
                    <a:pt x="55397" y="0"/>
                  </a:lnTo>
                  <a:lnTo>
                    <a:pt x="12725" y="24688"/>
                  </a:lnTo>
                  <a:lnTo>
                    <a:pt x="0" y="55384"/>
                  </a:lnTo>
                  <a:lnTo>
                    <a:pt x="0" y="57505"/>
                  </a:lnTo>
                  <a:lnTo>
                    <a:pt x="1612" y="51396"/>
                  </a:lnTo>
                  <a:lnTo>
                    <a:pt x="8102" y="39662"/>
                  </a:lnTo>
                  <a:lnTo>
                    <a:pt x="47256" y="17170"/>
                  </a:lnTo>
                  <a:lnTo>
                    <a:pt x="55397" y="15963"/>
                  </a:lnTo>
                  <a:lnTo>
                    <a:pt x="2763202" y="15963"/>
                  </a:lnTo>
                  <a:lnTo>
                    <a:pt x="2770695" y="19075"/>
                  </a:lnTo>
                  <a:lnTo>
                    <a:pt x="2776905" y="25285"/>
                  </a:lnTo>
                  <a:lnTo>
                    <a:pt x="2783128" y="31496"/>
                  </a:lnTo>
                  <a:lnTo>
                    <a:pt x="2786227" y="38989"/>
                  </a:lnTo>
                  <a:lnTo>
                    <a:pt x="2786227" y="1517764"/>
                  </a:lnTo>
                  <a:lnTo>
                    <a:pt x="2783128" y="1525270"/>
                  </a:lnTo>
                  <a:lnTo>
                    <a:pt x="2777312" y="1531086"/>
                  </a:lnTo>
                  <a:lnTo>
                    <a:pt x="2776905" y="1531480"/>
                  </a:lnTo>
                  <a:lnTo>
                    <a:pt x="2770695" y="1537690"/>
                  </a:lnTo>
                  <a:lnTo>
                    <a:pt x="2763202" y="1540802"/>
                  </a:lnTo>
                  <a:lnTo>
                    <a:pt x="55397" y="1540802"/>
                  </a:lnTo>
                  <a:lnTo>
                    <a:pt x="12725" y="1522285"/>
                  </a:lnTo>
                  <a:lnTo>
                    <a:pt x="0" y="1499260"/>
                  </a:lnTo>
                  <a:lnTo>
                    <a:pt x="0" y="1501368"/>
                  </a:lnTo>
                  <a:lnTo>
                    <a:pt x="24701" y="1544053"/>
                  </a:lnTo>
                  <a:lnTo>
                    <a:pt x="55397" y="1556766"/>
                  </a:lnTo>
                  <a:lnTo>
                    <a:pt x="2760751" y="1556766"/>
                  </a:lnTo>
                  <a:lnTo>
                    <a:pt x="2766847" y="1555559"/>
                  </a:lnTo>
                  <a:lnTo>
                    <a:pt x="2778556" y="1550708"/>
                  </a:lnTo>
                  <a:lnTo>
                    <a:pt x="2783713" y="1547253"/>
                  </a:lnTo>
                  <a:lnTo>
                    <a:pt x="2788196" y="1542770"/>
                  </a:lnTo>
                  <a:lnTo>
                    <a:pt x="2788602" y="1542376"/>
                  </a:lnTo>
                  <a:lnTo>
                    <a:pt x="2792679" y="1538287"/>
                  </a:lnTo>
                  <a:lnTo>
                    <a:pt x="2796133" y="1533131"/>
                  </a:lnTo>
                  <a:lnTo>
                    <a:pt x="2800985" y="1521421"/>
                  </a:lnTo>
                  <a:lnTo>
                    <a:pt x="2802191" y="1515325"/>
                  </a:lnTo>
                  <a:lnTo>
                    <a:pt x="2802191" y="41440"/>
                  </a:lnTo>
                  <a:close/>
                </a:path>
              </a:pathLst>
            </a:custGeom>
            <a:solidFill>
              <a:srgbClr val="8C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90973" y="2874048"/>
              <a:ext cx="64135" cy="1557020"/>
            </a:xfrm>
            <a:custGeom>
              <a:avLst/>
              <a:gdLst/>
              <a:ahLst/>
              <a:cxnLst/>
              <a:rect l="l" t="t" r="r" b="b"/>
              <a:pathLst>
                <a:path w="64135" h="1557020">
                  <a:moveTo>
                    <a:pt x="63867" y="0"/>
                  </a:moveTo>
                  <a:lnTo>
                    <a:pt x="44643" y="0"/>
                  </a:lnTo>
                  <a:lnTo>
                    <a:pt x="41535" y="308"/>
                  </a:lnTo>
                  <a:lnTo>
                    <a:pt x="6312" y="23843"/>
                  </a:lnTo>
                  <a:lnTo>
                    <a:pt x="0" y="44643"/>
                  </a:lnTo>
                  <a:lnTo>
                    <a:pt x="0" y="1508992"/>
                  </a:lnTo>
                  <a:lnTo>
                    <a:pt x="0" y="1512132"/>
                  </a:lnTo>
                  <a:lnTo>
                    <a:pt x="18628" y="1546972"/>
                  </a:lnTo>
                  <a:lnTo>
                    <a:pt x="44643" y="1556776"/>
                  </a:lnTo>
                  <a:lnTo>
                    <a:pt x="63867" y="1556776"/>
                  </a:lnTo>
                  <a:lnTo>
                    <a:pt x="63867" y="0"/>
                  </a:lnTo>
                  <a:close/>
                </a:path>
              </a:pathLst>
            </a:custGeom>
            <a:solidFill>
              <a:srgbClr val="C912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495820" y="3007216"/>
            <a:ext cx="2216785" cy="1248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245">
                <a:latin typeface="Times New Roman"/>
                <a:cs typeface="Times New Roman"/>
              </a:rPr>
              <a:t>w</a:t>
            </a:r>
            <a:r>
              <a:rPr dirty="0" sz="1550" spc="235">
                <a:latin typeface="Times New Roman"/>
                <a:cs typeface="Times New Roman"/>
              </a:rPr>
              <a:t> </a:t>
            </a:r>
            <a:r>
              <a:rPr dirty="0" sz="1400" spc="325">
                <a:solidFill>
                  <a:srgbClr val="FFE5E5"/>
                </a:solidFill>
                <a:latin typeface="Arial MT"/>
                <a:cs typeface="Arial MT"/>
              </a:rPr>
              <a:t>IsEmpty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36400"/>
              </a:lnSpc>
              <a:spcBef>
                <a:spcPts val="880"/>
              </a:spcBef>
            </a:pPr>
            <a:r>
              <a:rPr dirty="0" sz="1050" spc="65">
                <a:solidFill>
                  <a:srgbClr val="FFE5E5"/>
                </a:solidFill>
                <a:latin typeface="Tahoma"/>
                <a:cs typeface="Tahoma"/>
              </a:rPr>
              <a:t>Checks</a:t>
            </a:r>
            <a:r>
              <a:rPr dirty="0" sz="10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whether</a:t>
            </a:r>
            <a:r>
              <a:rPr dirty="0" sz="10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0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55">
                <a:solidFill>
                  <a:srgbClr val="FFE5E5"/>
                </a:solidFill>
                <a:latin typeface="Tahoma"/>
                <a:cs typeface="Tahoma"/>
              </a:rPr>
              <a:t>stack</a:t>
            </a:r>
            <a:r>
              <a:rPr dirty="0" sz="1050" spc="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70" b="1">
                <a:solidFill>
                  <a:srgbClr val="FFE5E5"/>
                </a:solidFill>
                <a:latin typeface="Trebuchet MS"/>
                <a:cs typeface="Trebuchet MS"/>
              </a:rPr>
              <a:t>has</a:t>
            </a:r>
            <a:r>
              <a:rPr dirty="0" sz="1050" spc="-1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050" spc="25" b="1">
                <a:solidFill>
                  <a:srgbClr val="FFE5E5"/>
                </a:solidFill>
                <a:latin typeface="Trebuchet MS"/>
                <a:cs typeface="Trebuchet MS"/>
              </a:rPr>
              <a:t>any </a:t>
            </a:r>
            <a:r>
              <a:rPr dirty="0" sz="1050" b="1">
                <a:solidFill>
                  <a:srgbClr val="FFE5E5"/>
                </a:solidFill>
                <a:latin typeface="Trebuchet MS"/>
                <a:cs typeface="Trebuchet MS"/>
              </a:rPr>
              <a:t>elements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.</a:t>
            </a:r>
            <a:r>
              <a:rPr dirty="0" sz="1050" spc="8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Returns</a:t>
            </a:r>
            <a:r>
              <a:rPr dirty="0" sz="1050" spc="8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b="1">
                <a:solidFill>
                  <a:srgbClr val="FFE5E5"/>
                </a:solidFill>
                <a:latin typeface="Trebuchet MS"/>
                <a:cs typeface="Trebuchet MS"/>
              </a:rPr>
              <a:t>True</a:t>
            </a:r>
            <a:r>
              <a:rPr dirty="0" sz="1050" spc="9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if</a:t>
            </a:r>
            <a:r>
              <a:rPr dirty="0" sz="1050" spc="8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FFE5E5"/>
                </a:solidFill>
                <a:latin typeface="Tahoma"/>
                <a:cs typeface="Tahoma"/>
              </a:rPr>
              <a:t>empty, </a:t>
            </a:r>
            <a:r>
              <a:rPr dirty="0" sz="1050" b="1">
                <a:solidFill>
                  <a:srgbClr val="FFE5E5"/>
                </a:solidFill>
                <a:latin typeface="Trebuchet MS"/>
                <a:cs typeface="Trebuchet MS"/>
              </a:rPr>
              <a:t>False</a:t>
            </a:r>
            <a:r>
              <a:rPr dirty="0" sz="1050" spc="4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if</a:t>
            </a:r>
            <a:r>
              <a:rPr dirty="0" sz="10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it</a:t>
            </a:r>
            <a:r>
              <a:rPr dirty="0" sz="10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FFE5E5"/>
                </a:solidFill>
                <a:latin typeface="Tahoma"/>
                <a:cs typeface="Tahoma"/>
              </a:rPr>
              <a:t>contains</a:t>
            </a:r>
            <a:r>
              <a:rPr dirty="0" sz="10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items.</a:t>
            </a:r>
            <a:r>
              <a:rPr dirty="0" sz="10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FFE5E5"/>
                </a:solidFill>
                <a:latin typeface="Tahoma"/>
                <a:cs typeface="Tahoma"/>
              </a:rPr>
              <a:t>Essential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before</a:t>
            </a:r>
            <a:r>
              <a:rPr dirty="0" sz="1050" spc="8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calling</a:t>
            </a:r>
            <a:r>
              <a:rPr dirty="0" sz="1050" spc="8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FFE5E5"/>
                </a:solidFill>
                <a:latin typeface="Tahoma"/>
                <a:cs typeface="Tahoma"/>
              </a:rPr>
              <a:t>Pop</a:t>
            </a:r>
            <a:r>
              <a:rPr dirty="0" sz="1050" spc="9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050" spc="8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>
                <a:solidFill>
                  <a:srgbClr val="FFE5E5"/>
                </a:solidFill>
                <a:latin typeface="Tahoma"/>
                <a:cs typeface="Tahoma"/>
              </a:rPr>
              <a:t>avoid</a:t>
            </a:r>
            <a:r>
              <a:rPr dirty="0" sz="1050" spc="8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-10">
                <a:solidFill>
                  <a:srgbClr val="FFE5E5"/>
                </a:solidFill>
                <a:latin typeface="Tahoma"/>
                <a:cs typeface="Tahoma"/>
              </a:rPr>
              <a:t>errors.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90973" y="4566544"/>
            <a:ext cx="2818765" cy="1341755"/>
            <a:chOff x="6290973" y="4566544"/>
            <a:chExt cx="2818765" cy="1341755"/>
          </a:xfrm>
        </p:grpSpPr>
        <p:sp>
          <p:nvSpPr>
            <p:cNvPr id="16" name="object 16"/>
            <p:cNvSpPr/>
            <p:nvPr/>
          </p:nvSpPr>
          <p:spPr>
            <a:xfrm>
              <a:off x="6306940" y="4574527"/>
              <a:ext cx="2794635" cy="1325880"/>
            </a:xfrm>
            <a:custGeom>
              <a:avLst/>
              <a:gdLst/>
              <a:ahLst/>
              <a:cxnLst/>
              <a:rect l="l" t="t" r="r" b="b"/>
              <a:pathLst>
                <a:path w="2794634" h="1325879">
                  <a:moveTo>
                    <a:pt x="2759693" y="0"/>
                  </a:moveTo>
                  <a:lnTo>
                    <a:pt x="59673" y="0"/>
                  </a:lnTo>
                  <a:lnTo>
                    <a:pt x="55522" y="361"/>
                  </a:lnTo>
                  <a:lnTo>
                    <a:pt x="15743" y="18958"/>
                  </a:lnTo>
                  <a:lnTo>
                    <a:pt x="0" y="52211"/>
                  </a:lnTo>
                  <a:lnTo>
                    <a:pt x="0" y="1269369"/>
                  </a:lnTo>
                  <a:lnTo>
                    <a:pt x="0" y="1273040"/>
                  </a:lnTo>
                  <a:lnTo>
                    <a:pt x="21672" y="1311481"/>
                  </a:lnTo>
                  <a:lnTo>
                    <a:pt x="59673" y="1325253"/>
                  </a:lnTo>
                  <a:lnTo>
                    <a:pt x="2759693" y="1325253"/>
                  </a:lnTo>
                  <a:lnTo>
                    <a:pt x="2793202" y="1295809"/>
                  </a:lnTo>
                  <a:lnTo>
                    <a:pt x="2794214" y="1290733"/>
                  </a:lnTo>
                  <a:lnTo>
                    <a:pt x="2794214" y="34520"/>
                  </a:lnTo>
                  <a:lnTo>
                    <a:pt x="2764771" y="1011"/>
                  </a:lnTo>
                  <a:lnTo>
                    <a:pt x="2759693" y="0"/>
                  </a:lnTo>
                  <a:close/>
                </a:path>
              </a:pathLst>
            </a:custGeom>
            <a:solidFill>
              <a:srgbClr val="090909">
                <a:alpha val="948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306934" y="4566551"/>
              <a:ext cx="2802255" cy="1341755"/>
            </a:xfrm>
            <a:custGeom>
              <a:avLst/>
              <a:gdLst/>
              <a:ahLst/>
              <a:cxnLst/>
              <a:rect l="l" t="t" r="r" b="b"/>
              <a:pathLst>
                <a:path w="2802254" h="1341754">
                  <a:moveTo>
                    <a:pt x="2802191" y="41452"/>
                  </a:moveTo>
                  <a:lnTo>
                    <a:pt x="2800985" y="35344"/>
                  </a:lnTo>
                  <a:lnTo>
                    <a:pt x="2796133" y="23634"/>
                  </a:lnTo>
                  <a:lnTo>
                    <a:pt x="2792679" y="18478"/>
                  </a:lnTo>
                  <a:lnTo>
                    <a:pt x="2788602" y="14401"/>
                  </a:lnTo>
                  <a:lnTo>
                    <a:pt x="2788196" y="13995"/>
                  </a:lnTo>
                  <a:lnTo>
                    <a:pt x="2783713" y="9512"/>
                  </a:lnTo>
                  <a:lnTo>
                    <a:pt x="2778556" y="6057"/>
                  </a:lnTo>
                  <a:lnTo>
                    <a:pt x="2766847" y="1206"/>
                  </a:lnTo>
                  <a:lnTo>
                    <a:pt x="2760751" y="0"/>
                  </a:lnTo>
                  <a:lnTo>
                    <a:pt x="55397" y="0"/>
                  </a:lnTo>
                  <a:lnTo>
                    <a:pt x="12725" y="24688"/>
                  </a:lnTo>
                  <a:lnTo>
                    <a:pt x="0" y="55397"/>
                  </a:lnTo>
                  <a:lnTo>
                    <a:pt x="0" y="57505"/>
                  </a:lnTo>
                  <a:lnTo>
                    <a:pt x="1612" y="51396"/>
                  </a:lnTo>
                  <a:lnTo>
                    <a:pt x="8102" y="39674"/>
                  </a:lnTo>
                  <a:lnTo>
                    <a:pt x="47256" y="17183"/>
                  </a:lnTo>
                  <a:lnTo>
                    <a:pt x="55397" y="15963"/>
                  </a:lnTo>
                  <a:lnTo>
                    <a:pt x="2763202" y="15963"/>
                  </a:lnTo>
                  <a:lnTo>
                    <a:pt x="2770695" y="19075"/>
                  </a:lnTo>
                  <a:lnTo>
                    <a:pt x="2776905" y="25285"/>
                  </a:lnTo>
                  <a:lnTo>
                    <a:pt x="2783128" y="31496"/>
                  </a:lnTo>
                  <a:lnTo>
                    <a:pt x="2786227" y="38989"/>
                  </a:lnTo>
                  <a:lnTo>
                    <a:pt x="2786227" y="1302219"/>
                  </a:lnTo>
                  <a:lnTo>
                    <a:pt x="2783128" y="1309725"/>
                  </a:lnTo>
                  <a:lnTo>
                    <a:pt x="2777312" y="1315542"/>
                  </a:lnTo>
                  <a:lnTo>
                    <a:pt x="2770695" y="1322146"/>
                  </a:lnTo>
                  <a:lnTo>
                    <a:pt x="2763202" y="1325257"/>
                  </a:lnTo>
                  <a:lnTo>
                    <a:pt x="55397" y="1325257"/>
                  </a:lnTo>
                  <a:lnTo>
                    <a:pt x="12725" y="1306728"/>
                  </a:lnTo>
                  <a:lnTo>
                    <a:pt x="0" y="1283703"/>
                  </a:lnTo>
                  <a:lnTo>
                    <a:pt x="0" y="1285824"/>
                  </a:lnTo>
                  <a:lnTo>
                    <a:pt x="24701" y="1328508"/>
                  </a:lnTo>
                  <a:lnTo>
                    <a:pt x="55397" y="1341221"/>
                  </a:lnTo>
                  <a:lnTo>
                    <a:pt x="2760751" y="1341221"/>
                  </a:lnTo>
                  <a:lnTo>
                    <a:pt x="2766847" y="1340015"/>
                  </a:lnTo>
                  <a:lnTo>
                    <a:pt x="2778556" y="1335151"/>
                  </a:lnTo>
                  <a:lnTo>
                    <a:pt x="2783713" y="1331709"/>
                  </a:lnTo>
                  <a:lnTo>
                    <a:pt x="2788196" y="1327226"/>
                  </a:lnTo>
                  <a:lnTo>
                    <a:pt x="2788602" y="1326819"/>
                  </a:lnTo>
                  <a:lnTo>
                    <a:pt x="2792679" y="1322743"/>
                  </a:lnTo>
                  <a:lnTo>
                    <a:pt x="2796133" y="1317574"/>
                  </a:lnTo>
                  <a:lnTo>
                    <a:pt x="2800985" y="1305877"/>
                  </a:lnTo>
                  <a:lnTo>
                    <a:pt x="2802191" y="1299781"/>
                  </a:lnTo>
                  <a:lnTo>
                    <a:pt x="2802191" y="41452"/>
                  </a:lnTo>
                  <a:close/>
                </a:path>
              </a:pathLst>
            </a:custGeom>
            <a:solidFill>
              <a:srgbClr val="8C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90973" y="4566544"/>
              <a:ext cx="64135" cy="1341755"/>
            </a:xfrm>
            <a:custGeom>
              <a:avLst/>
              <a:gdLst/>
              <a:ahLst/>
              <a:cxnLst/>
              <a:rect l="l" t="t" r="r" b="b"/>
              <a:pathLst>
                <a:path w="64135" h="1341754">
                  <a:moveTo>
                    <a:pt x="63867" y="0"/>
                  </a:moveTo>
                  <a:lnTo>
                    <a:pt x="44643" y="0"/>
                  </a:lnTo>
                  <a:lnTo>
                    <a:pt x="41535" y="308"/>
                  </a:lnTo>
                  <a:lnTo>
                    <a:pt x="6312" y="23843"/>
                  </a:lnTo>
                  <a:lnTo>
                    <a:pt x="0" y="44643"/>
                  </a:lnTo>
                  <a:lnTo>
                    <a:pt x="0" y="1293440"/>
                  </a:lnTo>
                  <a:lnTo>
                    <a:pt x="0" y="1296579"/>
                  </a:lnTo>
                  <a:lnTo>
                    <a:pt x="18628" y="1331427"/>
                  </a:lnTo>
                  <a:lnTo>
                    <a:pt x="44643" y="1341220"/>
                  </a:lnTo>
                  <a:lnTo>
                    <a:pt x="63867" y="1341220"/>
                  </a:lnTo>
                  <a:lnTo>
                    <a:pt x="63867" y="0"/>
                  </a:lnTo>
                  <a:close/>
                </a:path>
              </a:pathLst>
            </a:custGeom>
            <a:solidFill>
              <a:srgbClr val="C9121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495820" y="4699612"/>
            <a:ext cx="2184400" cy="1024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615">
                <a:latin typeface="Times New Roman"/>
                <a:cs typeface="Times New Roman"/>
              </a:rPr>
              <a:t>w</a:t>
            </a:r>
            <a:r>
              <a:rPr dirty="0" sz="1550" spc="-150">
                <a:latin typeface="Times New Roman"/>
                <a:cs typeface="Times New Roman"/>
              </a:rPr>
              <a:t> </a:t>
            </a:r>
            <a:r>
              <a:rPr dirty="0" sz="1400" spc="235">
                <a:solidFill>
                  <a:srgbClr val="FFE5E5"/>
                </a:solidFill>
                <a:latin typeface="Arial MT"/>
                <a:cs typeface="Arial MT"/>
              </a:rPr>
              <a:t>Size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137200"/>
              </a:lnSpc>
              <a:spcBef>
                <a:spcPts val="810"/>
              </a:spcBef>
            </a:pPr>
            <a:r>
              <a:rPr dirty="0" sz="1050" spc="10">
                <a:solidFill>
                  <a:srgbClr val="FFE5E5"/>
                </a:solidFill>
                <a:latin typeface="Tahoma"/>
                <a:cs typeface="Tahoma"/>
              </a:rPr>
              <a:t>Returns</a:t>
            </a:r>
            <a:r>
              <a:rPr dirty="0" sz="10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0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10" b="1">
                <a:solidFill>
                  <a:srgbClr val="FFE5E5"/>
                </a:solidFill>
                <a:latin typeface="Trebuchet MS"/>
                <a:cs typeface="Trebuchet MS"/>
              </a:rPr>
              <a:t>total</a:t>
            </a:r>
            <a:r>
              <a:rPr dirty="0" sz="1050" spc="3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050" spc="10" b="1">
                <a:solidFill>
                  <a:srgbClr val="FFE5E5"/>
                </a:solidFill>
                <a:latin typeface="Trebuchet MS"/>
                <a:cs typeface="Trebuchet MS"/>
              </a:rPr>
              <a:t>number</a:t>
            </a:r>
            <a:r>
              <a:rPr dirty="0" sz="1050" spc="3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050" spc="-25" b="1">
                <a:solidFill>
                  <a:srgbClr val="FFE5E5"/>
                </a:solidFill>
                <a:latin typeface="Trebuchet MS"/>
                <a:cs typeface="Trebuchet MS"/>
              </a:rPr>
              <a:t>of </a:t>
            </a:r>
            <a:r>
              <a:rPr dirty="0" sz="1050" spc="45" b="1">
                <a:solidFill>
                  <a:srgbClr val="FFE5E5"/>
                </a:solidFill>
                <a:latin typeface="Trebuchet MS"/>
                <a:cs typeface="Trebuchet MS"/>
              </a:rPr>
              <a:t>elements</a:t>
            </a:r>
            <a:r>
              <a:rPr dirty="0" sz="1050" spc="2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050" spc="10">
                <a:solidFill>
                  <a:srgbClr val="FFE5E5"/>
                </a:solidFill>
                <a:latin typeface="Tahoma"/>
                <a:cs typeface="Tahoma"/>
              </a:rPr>
              <a:t>currently</a:t>
            </a:r>
            <a:r>
              <a:rPr dirty="0" sz="1050" spc="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FFE5E5"/>
                </a:solidFill>
                <a:latin typeface="Tahoma"/>
                <a:cs typeface="Tahoma"/>
              </a:rPr>
              <a:t>in</a:t>
            </a:r>
            <a:r>
              <a:rPr dirty="0" sz="1050" spc="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050" spc="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55">
                <a:solidFill>
                  <a:srgbClr val="FFE5E5"/>
                </a:solidFill>
                <a:latin typeface="Tahoma"/>
                <a:cs typeface="Tahoma"/>
              </a:rPr>
              <a:t>stack</a:t>
            </a:r>
            <a:r>
              <a:rPr dirty="0" sz="1050" spc="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310">
                <a:solidFill>
                  <a:srgbClr val="FFE5E5"/>
                </a:solidFill>
                <a:latin typeface="Tahoma"/>
                <a:cs typeface="Tahoma"/>
              </a:rPr>
              <a:t>4 </a:t>
            </a:r>
            <a:r>
              <a:rPr dirty="0" sz="1050" spc="10">
                <a:solidFill>
                  <a:srgbClr val="FFE5E5"/>
                </a:solidFill>
                <a:latin typeface="Tahoma"/>
                <a:cs typeface="Tahoma"/>
              </a:rPr>
              <a:t>helpful</a:t>
            </a:r>
            <a:r>
              <a:rPr dirty="0" sz="1050" spc="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FFE5E5"/>
                </a:solidFill>
                <a:latin typeface="Tahoma"/>
                <a:cs typeface="Tahoma"/>
              </a:rPr>
              <a:t>for</a:t>
            </a:r>
            <a:r>
              <a:rPr dirty="0" sz="10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10">
                <a:solidFill>
                  <a:srgbClr val="FFE5E5"/>
                </a:solidFill>
                <a:latin typeface="Tahoma"/>
                <a:cs typeface="Tahoma"/>
              </a:rPr>
              <a:t>tracking</a:t>
            </a:r>
            <a:r>
              <a:rPr dirty="0" sz="10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050" spc="55">
                <a:solidFill>
                  <a:srgbClr val="FFE5E5"/>
                </a:solidFill>
                <a:latin typeface="Tahoma"/>
                <a:cs typeface="Tahoma"/>
              </a:rPr>
              <a:t>stack </a:t>
            </a:r>
            <a:r>
              <a:rPr dirty="0" sz="1050" spc="-10">
                <a:solidFill>
                  <a:srgbClr val="FFE5E5"/>
                </a:solidFill>
                <a:latin typeface="Tahoma"/>
                <a:cs typeface="Tahoma"/>
              </a:rPr>
              <a:t>usage.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830153" y="5904673"/>
            <a:ext cx="1848485" cy="535305"/>
            <a:chOff x="7830153" y="5904673"/>
            <a:chExt cx="1848485" cy="535305"/>
          </a:xfrm>
        </p:grpSpPr>
        <p:pic>
          <p:nvPicPr>
            <p:cNvPr id="21" name="object 21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29773" y="6009316"/>
              <a:ext cx="1470555" cy="351272"/>
            </a:xfrm>
            <a:prstGeom prst="rect">
              <a:avLst/>
            </a:prstGeom>
          </p:spPr>
        </p:pic>
        <p:sp>
          <p:nvSpPr>
            <p:cNvPr id="22" name="object 22">
              <a:hlinkClick r:id="rId3"/>
            </p:cNvPr>
            <p:cNvSpPr/>
            <p:nvPr/>
          </p:nvSpPr>
          <p:spPr>
            <a:xfrm>
              <a:off x="8020869" y="6095389"/>
              <a:ext cx="1466850" cy="153670"/>
            </a:xfrm>
            <a:custGeom>
              <a:avLst/>
              <a:gdLst/>
              <a:ahLst/>
              <a:cxnLst/>
              <a:rect l="l" t="t" r="r" b="b"/>
              <a:pathLst>
                <a:path w="1466850" h="153670">
                  <a:moveTo>
                    <a:pt x="0" y="0"/>
                  </a:moveTo>
                  <a:lnTo>
                    <a:pt x="60491" y="3496"/>
                  </a:lnTo>
                  <a:lnTo>
                    <a:pt x="51984" y="3005"/>
                  </a:lnTo>
                  <a:lnTo>
                    <a:pt x="37807" y="2185"/>
                  </a:lnTo>
                  <a:lnTo>
                    <a:pt x="34971" y="2021"/>
                  </a:lnTo>
                  <a:lnTo>
                    <a:pt x="60491" y="3496"/>
                  </a:lnTo>
                  <a:lnTo>
                    <a:pt x="70484" y="4071"/>
                  </a:lnTo>
                  <a:lnTo>
                    <a:pt x="95068" y="5472"/>
                  </a:lnTo>
                  <a:lnTo>
                    <a:pt x="126148" y="7213"/>
                  </a:lnTo>
                  <a:lnTo>
                    <a:pt x="155630" y="8808"/>
                  </a:lnTo>
                  <a:lnTo>
                    <a:pt x="161529" y="9120"/>
                  </a:lnTo>
                  <a:lnTo>
                    <a:pt x="176837" y="9944"/>
                  </a:lnTo>
                  <a:lnTo>
                    <a:pt x="221347" y="12453"/>
                  </a:lnTo>
                  <a:lnTo>
                    <a:pt x="279695" y="17031"/>
                  </a:lnTo>
                  <a:lnTo>
                    <a:pt x="333107" y="22498"/>
                  </a:lnTo>
                  <a:lnTo>
                    <a:pt x="389694" y="29014"/>
                  </a:lnTo>
                  <a:lnTo>
                    <a:pt x="394841" y="29655"/>
                  </a:lnTo>
                  <a:lnTo>
                    <a:pt x="408032" y="31291"/>
                  </a:lnTo>
                  <a:lnTo>
                    <a:pt x="425892" y="33493"/>
                  </a:lnTo>
                  <a:lnTo>
                    <a:pt x="445045" y="35834"/>
                  </a:lnTo>
                  <a:lnTo>
                    <a:pt x="449287" y="36349"/>
                  </a:lnTo>
                  <a:lnTo>
                    <a:pt x="460311" y="37689"/>
                  </a:lnTo>
                  <a:lnTo>
                    <a:pt x="475560" y="39543"/>
                  </a:lnTo>
                  <a:lnTo>
                    <a:pt x="492479" y="41604"/>
                  </a:lnTo>
                  <a:lnTo>
                    <a:pt x="496294" y="42044"/>
                  </a:lnTo>
                  <a:lnTo>
                    <a:pt x="506092" y="43065"/>
                  </a:lnTo>
                  <a:lnTo>
                    <a:pt x="519405" y="44218"/>
                  </a:lnTo>
                  <a:lnTo>
                    <a:pt x="533767" y="45054"/>
                  </a:lnTo>
                  <a:lnTo>
                    <a:pt x="536991" y="45233"/>
                  </a:lnTo>
                  <a:lnTo>
                    <a:pt x="545497" y="45965"/>
                  </a:lnTo>
                  <a:lnTo>
                    <a:pt x="557537" y="47536"/>
                  </a:lnTo>
                  <a:lnTo>
                    <a:pt x="571360" y="50235"/>
                  </a:lnTo>
                  <a:lnTo>
                    <a:pt x="574577" y="50985"/>
                  </a:lnTo>
                  <a:lnTo>
                    <a:pt x="582965" y="52879"/>
                  </a:lnTo>
                  <a:lnTo>
                    <a:pt x="628318" y="61618"/>
                  </a:lnTo>
                  <a:lnTo>
                    <a:pt x="666351" y="66656"/>
                  </a:lnTo>
                  <a:lnTo>
                    <a:pt x="668655" y="66850"/>
                  </a:lnTo>
                  <a:lnTo>
                    <a:pt x="674869" y="67439"/>
                  </a:lnTo>
                  <a:lnTo>
                    <a:pt x="712805" y="72867"/>
                  </a:lnTo>
                  <a:lnTo>
                    <a:pt x="722195" y="74781"/>
                  </a:lnTo>
                  <a:lnTo>
                    <a:pt x="734316" y="77497"/>
                  </a:lnTo>
                  <a:lnTo>
                    <a:pt x="743704" y="78404"/>
                  </a:lnTo>
                  <a:lnTo>
                    <a:pt x="745435" y="78588"/>
                  </a:lnTo>
                  <a:lnTo>
                    <a:pt x="750511" y="79199"/>
                  </a:lnTo>
                  <a:lnTo>
                    <a:pt x="758755" y="80325"/>
                  </a:lnTo>
                  <a:lnTo>
                    <a:pt x="769992" y="82051"/>
                  </a:lnTo>
                  <a:lnTo>
                    <a:pt x="772821" y="82508"/>
                  </a:lnTo>
                  <a:lnTo>
                    <a:pt x="779949" y="83656"/>
                  </a:lnTo>
                  <a:lnTo>
                    <a:pt x="789337" y="85154"/>
                  </a:lnTo>
                  <a:lnTo>
                    <a:pt x="798947" y="86664"/>
                  </a:lnTo>
                  <a:lnTo>
                    <a:pt x="801043" y="87014"/>
                  </a:lnTo>
                  <a:lnTo>
                    <a:pt x="806675" y="88054"/>
                  </a:lnTo>
                  <a:lnTo>
                    <a:pt x="814859" y="89776"/>
                  </a:lnTo>
                  <a:lnTo>
                    <a:pt x="824611" y="92167"/>
                  </a:lnTo>
                  <a:lnTo>
                    <a:pt x="826945" y="92779"/>
                  </a:lnTo>
                  <a:lnTo>
                    <a:pt x="833080" y="94338"/>
                  </a:lnTo>
                  <a:lnTo>
                    <a:pt x="841712" y="96433"/>
                  </a:lnTo>
                  <a:lnTo>
                    <a:pt x="851538" y="98648"/>
                  </a:lnTo>
                  <a:lnTo>
                    <a:pt x="864855" y="101498"/>
                  </a:lnTo>
                  <a:lnTo>
                    <a:pt x="873925" y="103353"/>
                  </a:lnTo>
                  <a:lnTo>
                    <a:pt x="882996" y="105207"/>
                  </a:lnTo>
                  <a:lnTo>
                    <a:pt x="895869" y="107598"/>
                  </a:lnTo>
                  <a:lnTo>
                    <a:pt x="908742" y="109990"/>
                  </a:lnTo>
                  <a:lnTo>
                    <a:pt x="920054" y="111764"/>
                  </a:lnTo>
                  <a:lnTo>
                    <a:pt x="931366" y="113538"/>
                  </a:lnTo>
                  <a:lnTo>
                    <a:pt x="942280" y="115705"/>
                  </a:lnTo>
                  <a:lnTo>
                    <a:pt x="953194" y="117873"/>
                  </a:lnTo>
                  <a:lnTo>
                    <a:pt x="962708" y="118366"/>
                  </a:lnTo>
                  <a:lnTo>
                    <a:pt x="972222" y="118860"/>
                  </a:lnTo>
                  <a:lnTo>
                    <a:pt x="983214" y="120634"/>
                  </a:lnTo>
                  <a:lnTo>
                    <a:pt x="985189" y="120925"/>
                  </a:lnTo>
                  <a:lnTo>
                    <a:pt x="990770" y="121632"/>
                  </a:lnTo>
                  <a:lnTo>
                    <a:pt x="999438" y="122505"/>
                  </a:lnTo>
                  <a:lnTo>
                    <a:pt x="1010678" y="123295"/>
                  </a:lnTo>
                  <a:lnTo>
                    <a:pt x="1013489" y="123459"/>
                  </a:lnTo>
                  <a:lnTo>
                    <a:pt x="1020815" y="123940"/>
                  </a:lnTo>
                  <a:lnTo>
                    <a:pt x="1030993" y="124723"/>
                  </a:lnTo>
                  <a:lnTo>
                    <a:pt x="1042361" y="125792"/>
                  </a:lnTo>
                  <a:lnTo>
                    <a:pt x="1044918" y="126047"/>
                  </a:lnTo>
                  <a:lnTo>
                    <a:pt x="1051412" y="126618"/>
                  </a:lnTo>
                  <a:lnTo>
                    <a:pt x="1060075" y="127220"/>
                  </a:lnTo>
                  <a:lnTo>
                    <a:pt x="1069138" y="127566"/>
                  </a:lnTo>
                  <a:lnTo>
                    <a:pt x="1080703" y="127730"/>
                  </a:lnTo>
                  <a:lnTo>
                    <a:pt x="1094282" y="127730"/>
                  </a:lnTo>
                  <a:lnTo>
                    <a:pt x="1096617" y="127730"/>
                  </a:lnTo>
                  <a:lnTo>
                    <a:pt x="1151176" y="127730"/>
                  </a:lnTo>
                  <a:lnTo>
                    <a:pt x="1153864" y="127737"/>
                  </a:lnTo>
                  <a:lnTo>
                    <a:pt x="1160707" y="127789"/>
                  </a:lnTo>
                  <a:lnTo>
                    <a:pt x="1169875" y="127929"/>
                  </a:lnTo>
                  <a:lnTo>
                    <a:pt x="1179540" y="128202"/>
                  </a:lnTo>
                  <a:lnTo>
                    <a:pt x="1182049" y="128254"/>
                  </a:lnTo>
                  <a:lnTo>
                    <a:pt x="1190308" y="128268"/>
                  </a:lnTo>
                  <a:lnTo>
                    <a:pt x="1205416" y="128027"/>
                  </a:lnTo>
                  <a:lnTo>
                    <a:pt x="1228471" y="127315"/>
                  </a:lnTo>
                  <a:lnTo>
                    <a:pt x="1234323" y="127098"/>
                  </a:lnTo>
                  <a:lnTo>
                    <a:pt x="1247891" y="126595"/>
                  </a:lnTo>
                  <a:lnTo>
                    <a:pt x="1263195" y="126032"/>
                  </a:lnTo>
                  <a:lnTo>
                    <a:pt x="1274254" y="125634"/>
                  </a:lnTo>
                  <a:lnTo>
                    <a:pt x="1276170" y="125542"/>
                  </a:lnTo>
                  <a:lnTo>
                    <a:pt x="1282639" y="125137"/>
                  </a:lnTo>
                  <a:lnTo>
                    <a:pt x="1294743" y="124228"/>
                  </a:lnTo>
                  <a:lnTo>
                    <a:pt x="1313564" y="122623"/>
                  </a:lnTo>
                  <a:lnTo>
                    <a:pt x="1318508" y="122214"/>
                  </a:lnTo>
                  <a:lnTo>
                    <a:pt x="1330568" y="121372"/>
                  </a:lnTo>
                  <a:lnTo>
                    <a:pt x="1345592" y="120672"/>
                  </a:lnTo>
                  <a:lnTo>
                    <a:pt x="1359428" y="120689"/>
                  </a:lnTo>
                  <a:lnTo>
                    <a:pt x="1403063" y="123828"/>
                  </a:lnTo>
                  <a:lnTo>
                    <a:pt x="1444749" y="134439"/>
                  </a:lnTo>
                  <a:lnTo>
                    <a:pt x="1454370" y="141726"/>
                  </a:lnTo>
                  <a:lnTo>
                    <a:pt x="1466621" y="153553"/>
                  </a:lnTo>
                </a:path>
              </a:pathLst>
            </a:custGeom>
            <a:ln w="381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>
              <a:hlinkClick r:id="rId3"/>
            </p:cNvPr>
            <p:cNvSpPr/>
            <p:nvPr/>
          </p:nvSpPr>
          <p:spPr>
            <a:xfrm>
              <a:off x="8065217" y="6102486"/>
              <a:ext cx="473075" cy="108585"/>
            </a:xfrm>
            <a:custGeom>
              <a:avLst/>
              <a:gdLst/>
              <a:ahLst/>
              <a:cxnLst/>
              <a:rect l="l" t="t" r="r" b="b"/>
              <a:pathLst>
                <a:path w="473075" h="108585">
                  <a:moveTo>
                    <a:pt x="0" y="0"/>
                  </a:moveTo>
                  <a:lnTo>
                    <a:pt x="29570" y="12187"/>
                  </a:lnTo>
                  <a:lnTo>
                    <a:pt x="25412" y="10473"/>
                  </a:lnTo>
                  <a:lnTo>
                    <a:pt x="18481" y="7617"/>
                  </a:lnTo>
                  <a:lnTo>
                    <a:pt x="17095" y="7045"/>
                  </a:lnTo>
                  <a:lnTo>
                    <a:pt x="74612" y="29088"/>
                  </a:lnTo>
                  <a:lnTo>
                    <a:pt x="114561" y="42631"/>
                  </a:lnTo>
                  <a:lnTo>
                    <a:pt x="133399" y="48855"/>
                  </a:lnTo>
                  <a:lnTo>
                    <a:pt x="156466" y="56502"/>
                  </a:lnTo>
                  <a:lnTo>
                    <a:pt x="176946" y="63343"/>
                  </a:lnTo>
                  <a:lnTo>
                    <a:pt x="180971" y="64671"/>
                  </a:lnTo>
                  <a:lnTo>
                    <a:pt x="231548" y="79981"/>
                  </a:lnTo>
                  <a:lnTo>
                    <a:pt x="272994" y="90291"/>
                  </a:lnTo>
                  <a:lnTo>
                    <a:pt x="319715" y="98815"/>
                  </a:lnTo>
                  <a:lnTo>
                    <a:pt x="371082" y="103840"/>
                  </a:lnTo>
                  <a:lnTo>
                    <a:pt x="417330" y="106099"/>
                  </a:lnTo>
                  <a:lnTo>
                    <a:pt x="441514" y="107083"/>
                  </a:lnTo>
                  <a:lnTo>
                    <a:pt x="472755" y="108215"/>
                  </a:lnTo>
                </a:path>
              </a:pathLst>
            </a:custGeom>
            <a:ln w="3814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387965" cy="6440805"/>
          </a:xfrm>
          <a:custGeom>
            <a:avLst/>
            <a:gdLst/>
            <a:ahLst/>
            <a:cxnLst/>
            <a:rect l="l" t="t" r="r" b="b"/>
            <a:pathLst>
              <a:path w="10387965" h="6440805">
                <a:moveTo>
                  <a:pt x="10387780" y="0"/>
                </a:moveTo>
                <a:lnTo>
                  <a:pt x="0" y="0"/>
                </a:lnTo>
                <a:lnTo>
                  <a:pt x="0" y="6440423"/>
                </a:lnTo>
                <a:lnTo>
                  <a:pt x="10387780" y="6440423"/>
                </a:lnTo>
                <a:lnTo>
                  <a:pt x="10387780" y="0"/>
                </a:lnTo>
                <a:close/>
              </a:path>
            </a:pathLst>
          </a:custGeom>
          <a:solidFill>
            <a:srgbClr val="090909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95417" cy="644042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400756" y="411467"/>
            <a:ext cx="4822825" cy="977900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ts val="3820"/>
              </a:lnSpc>
              <a:spcBef>
                <a:spcPts val="55"/>
              </a:spcBef>
            </a:pPr>
            <a:r>
              <a:rPr dirty="0" sz="3050" spc="484"/>
              <a:t>Application:</a:t>
            </a:r>
            <a:r>
              <a:rPr dirty="0" sz="3050" spc="-215"/>
              <a:t> </a:t>
            </a:r>
            <a:r>
              <a:rPr dirty="0" sz="3050" spc="580"/>
              <a:t>Browser </a:t>
            </a:r>
            <a:r>
              <a:rPr dirty="0" sz="3050" spc="550"/>
              <a:t>History</a:t>
            </a:r>
            <a:endParaRPr sz="3050"/>
          </a:p>
        </p:txBody>
      </p:sp>
      <p:sp>
        <p:nvSpPr>
          <p:cNvPr id="5" name="object 5"/>
          <p:cNvSpPr txBox="1"/>
          <p:nvPr/>
        </p:nvSpPr>
        <p:spPr>
          <a:xfrm>
            <a:off x="4400756" y="1540446"/>
            <a:ext cx="5292090" cy="7442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35800"/>
              </a:lnSpc>
              <a:spcBef>
                <a:spcPts val="130"/>
              </a:spcBef>
            </a:pP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Every</a:t>
            </a:r>
            <a:r>
              <a:rPr dirty="0" sz="1150" spc="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time</a:t>
            </a:r>
            <a:r>
              <a:rPr dirty="0" sz="11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you</a:t>
            </a:r>
            <a:r>
              <a:rPr dirty="0" sz="11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visit</a:t>
            </a:r>
            <a:r>
              <a:rPr dirty="0" sz="11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150" spc="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webpage,</a:t>
            </a:r>
            <a:r>
              <a:rPr dirty="0" sz="11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it</a:t>
            </a:r>
            <a:r>
              <a:rPr dirty="0" sz="11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is</a:t>
            </a:r>
            <a:r>
              <a:rPr dirty="0" sz="11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 spc="60" b="1">
                <a:solidFill>
                  <a:srgbClr val="FFE5E5"/>
                </a:solidFill>
                <a:latin typeface="Trebuchet MS"/>
                <a:cs typeface="Trebuchet MS"/>
              </a:rPr>
              <a:t>pushed</a:t>
            </a:r>
            <a:r>
              <a:rPr dirty="0" sz="1150" spc="6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onto</a:t>
            </a:r>
            <a:r>
              <a:rPr dirty="0" sz="11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1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stack.</a:t>
            </a:r>
            <a:r>
              <a:rPr dirty="0" sz="11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When</a:t>
            </a:r>
            <a:r>
              <a:rPr dirty="0" sz="11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you</a:t>
            </a:r>
            <a:r>
              <a:rPr dirty="0" sz="1150" spc="55">
                <a:solidFill>
                  <a:srgbClr val="FFE5E5"/>
                </a:solidFill>
                <a:latin typeface="Tahoma"/>
                <a:cs typeface="Tahoma"/>
              </a:rPr>
              <a:t> click</a:t>
            </a:r>
            <a:r>
              <a:rPr dirty="0" sz="1150" spc="6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FFE5E5"/>
                </a:solidFill>
                <a:latin typeface="Tahoma"/>
                <a:cs typeface="Tahoma"/>
              </a:rPr>
              <a:t>the </a:t>
            </a:r>
            <a:r>
              <a:rPr dirty="0" sz="1150" spc="65" b="1">
                <a:solidFill>
                  <a:srgbClr val="FFE5E5"/>
                </a:solidFill>
                <a:latin typeface="Trebuchet MS"/>
                <a:cs typeface="Trebuchet MS"/>
              </a:rPr>
              <a:t>Back</a:t>
            </a:r>
            <a:r>
              <a:rPr dirty="0" sz="1150" spc="2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FFE5E5"/>
                </a:solidFill>
                <a:latin typeface="Trebuchet MS"/>
                <a:cs typeface="Trebuchet MS"/>
              </a:rPr>
              <a:t>button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,</a:t>
            </a:r>
            <a:r>
              <a:rPr dirty="0" sz="1150" spc="7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1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current</a:t>
            </a:r>
            <a:r>
              <a:rPr dirty="0" sz="11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page</a:t>
            </a:r>
            <a:r>
              <a:rPr dirty="0" sz="1150" spc="7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is</a:t>
            </a:r>
            <a:r>
              <a:rPr dirty="0" sz="11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 spc="70" b="1">
                <a:solidFill>
                  <a:srgbClr val="FFE5E5"/>
                </a:solidFill>
                <a:latin typeface="Trebuchet MS"/>
                <a:cs typeface="Trebuchet MS"/>
              </a:rPr>
              <a:t>popped</a:t>
            </a:r>
            <a:r>
              <a:rPr dirty="0" sz="1150" spc="7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off</a:t>
            </a:r>
            <a:r>
              <a:rPr dirty="0" sz="1150" spc="7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and</a:t>
            </a:r>
            <a:r>
              <a:rPr dirty="0" sz="11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you</a:t>
            </a:r>
            <a:r>
              <a:rPr dirty="0" sz="1150" spc="7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return</a:t>
            </a:r>
            <a:r>
              <a:rPr dirty="0" sz="11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 spc="50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150" spc="7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1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FFE5E5"/>
                </a:solidFill>
                <a:latin typeface="Tahoma"/>
                <a:cs typeface="Tahoma"/>
              </a:rPr>
              <a:t>previous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one</a:t>
            </a:r>
            <a:r>
              <a:rPr dirty="0" sz="1150" spc="-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 spc="385">
                <a:solidFill>
                  <a:srgbClr val="FFE5E5"/>
                </a:solidFill>
                <a:latin typeface="Tahoma"/>
                <a:cs typeface="Tahoma"/>
              </a:rPr>
              <a:t>4</a:t>
            </a:r>
            <a:r>
              <a:rPr dirty="0" sz="1150" spc="-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FFE5E5"/>
                </a:solidFill>
                <a:latin typeface="Tahoma"/>
                <a:cs typeface="Tahoma"/>
              </a:rPr>
              <a:t>classic</a:t>
            </a:r>
            <a:r>
              <a:rPr dirty="0" sz="11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LIFO</a:t>
            </a:r>
            <a:r>
              <a:rPr dirty="0" sz="1150" spc="-2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in</a:t>
            </a:r>
            <a:r>
              <a:rPr dirty="0" sz="1150" spc="-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FFE5E5"/>
                </a:solidFill>
                <a:latin typeface="Tahoma"/>
                <a:cs typeface="Tahoma"/>
              </a:rPr>
              <a:t>action!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10044" y="2479648"/>
            <a:ext cx="749935" cy="897890"/>
            <a:chOff x="4410044" y="2479648"/>
            <a:chExt cx="749935" cy="897890"/>
          </a:xfrm>
        </p:grpSpPr>
        <p:sp>
          <p:nvSpPr>
            <p:cNvPr id="7" name="object 7"/>
            <p:cNvSpPr/>
            <p:nvPr/>
          </p:nvSpPr>
          <p:spPr>
            <a:xfrm>
              <a:off x="4414806" y="2484410"/>
              <a:ext cx="740410" cy="888365"/>
            </a:xfrm>
            <a:custGeom>
              <a:avLst/>
              <a:gdLst/>
              <a:ahLst/>
              <a:cxnLst/>
              <a:rect l="l" t="t" r="r" b="b"/>
              <a:pathLst>
                <a:path w="740410" h="888364">
                  <a:moveTo>
                    <a:pt x="740129" y="0"/>
                  </a:moveTo>
                  <a:lnTo>
                    <a:pt x="370070" y="148025"/>
                  </a:lnTo>
                  <a:lnTo>
                    <a:pt x="0" y="0"/>
                  </a:lnTo>
                  <a:lnTo>
                    <a:pt x="0" y="740071"/>
                  </a:lnTo>
                  <a:lnTo>
                    <a:pt x="370070" y="888097"/>
                  </a:lnTo>
                  <a:lnTo>
                    <a:pt x="740129" y="740071"/>
                  </a:lnTo>
                  <a:lnTo>
                    <a:pt x="740129" y="0"/>
                  </a:lnTo>
                  <a:close/>
                </a:path>
              </a:pathLst>
            </a:custGeom>
            <a:solidFill>
              <a:srgbClr val="730A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414806" y="2484410"/>
              <a:ext cx="740410" cy="888365"/>
            </a:xfrm>
            <a:custGeom>
              <a:avLst/>
              <a:gdLst/>
              <a:ahLst/>
              <a:cxnLst/>
              <a:rect l="l" t="t" r="r" b="b"/>
              <a:pathLst>
                <a:path w="740410" h="888364">
                  <a:moveTo>
                    <a:pt x="0" y="740071"/>
                  </a:moveTo>
                  <a:lnTo>
                    <a:pt x="370070" y="888097"/>
                  </a:lnTo>
                  <a:lnTo>
                    <a:pt x="740129" y="740071"/>
                  </a:lnTo>
                  <a:lnTo>
                    <a:pt x="740129" y="0"/>
                  </a:lnTo>
                  <a:lnTo>
                    <a:pt x="370070" y="148025"/>
                  </a:lnTo>
                  <a:lnTo>
                    <a:pt x="0" y="0"/>
                  </a:lnTo>
                  <a:lnTo>
                    <a:pt x="0" y="740071"/>
                  </a:lnTo>
                  <a:close/>
                </a:path>
              </a:pathLst>
            </a:custGeom>
            <a:ln w="9251">
              <a:solidFill>
                <a:srgbClr val="8C23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705487" y="2786374"/>
            <a:ext cx="156210" cy="292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50" spc="-50">
                <a:solidFill>
                  <a:srgbClr val="FFE5E5"/>
                </a:solidFill>
                <a:latin typeface="Arial MT"/>
                <a:cs typeface="Arial MT"/>
              </a:rPr>
              <a:t>1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88853" y="2502008"/>
            <a:ext cx="1440180" cy="66548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500" spc="295">
                <a:solidFill>
                  <a:srgbClr val="FFE5E5"/>
                </a:solidFill>
                <a:latin typeface="Arial MT"/>
                <a:cs typeface="Arial MT"/>
              </a:rPr>
              <a:t>Visit</a:t>
            </a:r>
            <a:r>
              <a:rPr dirty="0" sz="1500" spc="-11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500" spc="305">
                <a:solidFill>
                  <a:srgbClr val="FFE5E5"/>
                </a:solidFill>
                <a:latin typeface="Arial MT"/>
                <a:cs typeface="Arial MT"/>
              </a:rPr>
              <a:t>Page</a:t>
            </a:r>
            <a:r>
              <a:rPr dirty="0" sz="1500" spc="-105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500" spc="390">
                <a:solidFill>
                  <a:srgbClr val="FFE5E5"/>
                </a:solidFill>
                <a:latin typeface="Arial MT"/>
                <a:cs typeface="Arial MT"/>
              </a:rPr>
              <a:t>A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Pushed</a:t>
            </a:r>
            <a:r>
              <a:rPr dirty="0" sz="1150" spc="18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onto</a:t>
            </a:r>
            <a:r>
              <a:rPr dirty="0" sz="1150" spc="19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FFE5E5"/>
                </a:solidFill>
                <a:latin typeface="Tahoma"/>
                <a:cs typeface="Tahoma"/>
              </a:rPr>
              <a:t>stack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10044" y="3362609"/>
            <a:ext cx="749935" cy="897890"/>
            <a:chOff x="4410044" y="3362609"/>
            <a:chExt cx="749935" cy="897890"/>
          </a:xfrm>
        </p:grpSpPr>
        <p:sp>
          <p:nvSpPr>
            <p:cNvPr id="12" name="object 12"/>
            <p:cNvSpPr/>
            <p:nvPr/>
          </p:nvSpPr>
          <p:spPr>
            <a:xfrm>
              <a:off x="4414806" y="3367371"/>
              <a:ext cx="740410" cy="888365"/>
            </a:xfrm>
            <a:custGeom>
              <a:avLst/>
              <a:gdLst/>
              <a:ahLst/>
              <a:cxnLst/>
              <a:rect l="l" t="t" r="r" b="b"/>
              <a:pathLst>
                <a:path w="740410" h="888364">
                  <a:moveTo>
                    <a:pt x="740129" y="0"/>
                  </a:moveTo>
                  <a:lnTo>
                    <a:pt x="370070" y="148025"/>
                  </a:lnTo>
                  <a:lnTo>
                    <a:pt x="0" y="0"/>
                  </a:lnTo>
                  <a:lnTo>
                    <a:pt x="0" y="740071"/>
                  </a:lnTo>
                  <a:lnTo>
                    <a:pt x="370070" y="888097"/>
                  </a:lnTo>
                  <a:lnTo>
                    <a:pt x="740129" y="740071"/>
                  </a:lnTo>
                  <a:lnTo>
                    <a:pt x="740129" y="0"/>
                  </a:lnTo>
                  <a:close/>
                </a:path>
              </a:pathLst>
            </a:custGeom>
            <a:solidFill>
              <a:srgbClr val="730A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414806" y="3367371"/>
              <a:ext cx="740410" cy="888365"/>
            </a:xfrm>
            <a:custGeom>
              <a:avLst/>
              <a:gdLst/>
              <a:ahLst/>
              <a:cxnLst/>
              <a:rect l="l" t="t" r="r" b="b"/>
              <a:pathLst>
                <a:path w="740410" h="888364">
                  <a:moveTo>
                    <a:pt x="0" y="740071"/>
                  </a:moveTo>
                  <a:lnTo>
                    <a:pt x="370070" y="888097"/>
                  </a:lnTo>
                  <a:lnTo>
                    <a:pt x="740129" y="740071"/>
                  </a:lnTo>
                  <a:lnTo>
                    <a:pt x="740129" y="0"/>
                  </a:lnTo>
                  <a:lnTo>
                    <a:pt x="370070" y="148025"/>
                  </a:lnTo>
                  <a:lnTo>
                    <a:pt x="0" y="0"/>
                  </a:lnTo>
                  <a:lnTo>
                    <a:pt x="0" y="740071"/>
                  </a:lnTo>
                  <a:close/>
                </a:path>
              </a:pathLst>
            </a:custGeom>
            <a:ln w="9251">
              <a:solidFill>
                <a:srgbClr val="8C23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678029" y="3677991"/>
            <a:ext cx="210820" cy="292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50" spc="425">
                <a:solidFill>
                  <a:srgbClr val="FFE5E5"/>
                </a:solidFill>
                <a:latin typeface="Arial MT"/>
                <a:cs typeface="Arial MT"/>
              </a:rPr>
              <a:t>2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88857" y="3514817"/>
            <a:ext cx="1430655" cy="5441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295">
                <a:solidFill>
                  <a:srgbClr val="FFE5E5"/>
                </a:solidFill>
                <a:latin typeface="Arial MT"/>
                <a:cs typeface="Arial MT"/>
              </a:rPr>
              <a:t>Visit</a:t>
            </a:r>
            <a:r>
              <a:rPr dirty="0" sz="1500" spc="-11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500" spc="305">
                <a:solidFill>
                  <a:srgbClr val="FFE5E5"/>
                </a:solidFill>
                <a:latin typeface="Arial MT"/>
                <a:cs typeface="Arial MT"/>
              </a:rPr>
              <a:t>Page</a:t>
            </a:r>
            <a:r>
              <a:rPr dirty="0" sz="1500" spc="-105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500" spc="320">
                <a:solidFill>
                  <a:srgbClr val="FFE5E5"/>
                </a:solidFill>
                <a:latin typeface="Arial MT"/>
                <a:cs typeface="Arial MT"/>
              </a:rPr>
              <a:t>B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Pushed</a:t>
            </a:r>
            <a:r>
              <a:rPr dirty="0" sz="11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on</a:t>
            </a:r>
            <a:r>
              <a:rPr dirty="0" sz="1150" spc="7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 spc="60">
                <a:solidFill>
                  <a:srgbClr val="FFE5E5"/>
                </a:solidFill>
                <a:latin typeface="Tahoma"/>
                <a:cs typeface="Tahoma"/>
              </a:rPr>
              <a:t>top</a:t>
            </a:r>
            <a:r>
              <a:rPr dirty="0" sz="1150" spc="7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of</a:t>
            </a:r>
            <a:r>
              <a:rPr dirty="0" sz="1150" spc="7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 spc="30">
                <a:solidFill>
                  <a:srgbClr val="FFE5E5"/>
                </a:solidFill>
                <a:latin typeface="Tahoma"/>
                <a:cs typeface="Tahoma"/>
              </a:rPr>
              <a:t>A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10044" y="4254227"/>
            <a:ext cx="749935" cy="897890"/>
            <a:chOff x="4410044" y="4254227"/>
            <a:chExt cx="749935" cy="897890"/>
          </a:xfrm>
        </p:grpSpPr>
        <p:sp>
          <p:nvSpPr>
            <p:cNvPr id="17" name="object 17"/>
            <p:cNvSpPr/>
            <p:nvPr/>
          </p:nvSpPr>
          <p:spPr>
            <a:xfrm>
              <a:off x="4414806" y="4258990"/>
              <a:ext cx="740410" cy="888365"/>
            </a:xfrm>
            <a:custGeom>
              <a:avLst/>
              <a:gdLst/>
              <a:ahLst/>
              <a:cxnLst/>
              <a:rect l="l" t="t" r="r" b="b"/>
              <a:pathLst>
                <a:path w="740410" h="888364">
                  <a:moveTo>
                    <a:pt x="740129" y="0"/>
                  </a:moveTo>
                  <a:lnTo>
                    <a:pt x="370070" y="148025"/>
                  </a:lnTo>
                  <a:lnTo>
                    <a:pt x="0" y="0"/>
                  </a:lnTo>
                  <a:lnTo>
                    <a:pt x="0" y="740071"/>
                  </a:lnTo>
                  <a:lnTo>
                    <a:pt x="370070" y="888097"/>
                  </a:lnTo>
                  <a:lnTo>
                    <a:pt x="740129" y="740071"/>
                  </a:lnTo>
                  <a:lnTo>
                    <a:pt x="740129" y="0"/>
                  </a:lnTo>
                  <a:close/>
                </a:path>
              </a:pathLst>
            </a:custGeom>
            <a:solidFill>
              <a:srgbClr val="730A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414806" y="4258990"/>
              <a:ext cx="740410" cy="888365"/>
            </a:xfrm>
            <a:custGeom>
              <a:avLst/>
              <a:gdLst/>
              <a:ahLst/>
              <a:cxnLst/>
              <a:rect l="l" t="t" r="r" b="b"/>
              <a:pathLst>
                <a:path w="740410" h="888364">
                  <a:moveTo>
                    <a:pt x="0" y="740071"/>
                  </a:moveTo>
                  <a:lnTo>
                    <a:pt x="370070" y="888097"/>
                  </a:lnTo>
                  <a:lnTo>
                    <a:pt x="740129" y="740071"/>
                  </a:lnTo>
                  <a:lnTo>
                    <a:pt x="740129" y="0"/>
                  </a:lnTo>
                  <a:lnTo>
                    <a:pt x="370070" y="148025"/>
                  </a:lnTo>
                  <a:lnTo>
                    <a:pt x="0" y="0"/>
                  </a:lnTo>
                  <a:lnTo>
                    <a:pt x="0" y="740071"/>
                  </a:lnTo>
                  <a:close/>
                </a:path>
              </a:pathLst>
            </a:custGeom>
            <a:ln w="9251">
              <a:solidFill>
                <a:srgbClr val="8C23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672893" y="4560952"/>
            <a:ext cx="221615" cy="292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50" spc="505">
                <a:solidFill>
                  <a:srgbClr val="FFE5E5"/>
                </a:solidFill>
                <a:latin typeface="Arial MT"/>
                <a:cs typeface="Arial MT"/>
              </a:rPr>
              <a:t>3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88856" y="4276587"/>
            <a:ext cx="1439545" cy="66548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500" spc="320">
                <a:solidFill>
                  <a:srgbClr val="FFE5E5"/>
                </a:solidFill>
                <a:latin typeface="Arial MT"/>
                <a:cs typeface="Arial MT"/>
              </a:rPr>
              <a:t>Press</a:t>
            </a:r>
            <a:r>
              <a:rPr dirty="0" sz="1500" spc="-9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500" spc="320">
                <a:solidFill>
                  <a:srgbClr val="FFE5E5"/>
                </a:solidFill>
                <a:latin typeface="Arial MT"/>
                <a:cs typeface="Arial MT"/>
              </a:rPr>
              <a:t>Back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Page</a:t>
            </a:r>
            <a:r>
              <a:rPr dirty="0" sz="11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B is </a:t>
            </a:r>
            <a:r>
              <a:rPr dirty="0" sz="1150" spc="75">
                <a:solidFill>
                  <a:srgbClr val="FFE5E5"/>
                </a:solidFill>
                <a:latin typeface="Tahoma"/>
                <a:cs typeface="Tahoma"/>
              </a:rPr>
              <a:t>popped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FFE5E5"/>
                </a:solidFill>
                <a:latin typeface="Tahoma"/>
                <a:cs typeface="Tahoma"/>
              </a:rPr>
              <a:t>off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10180" y="5137325"/>
            <a:ext cx="749935" cy="897890"/>
            <a:chOff x="4410180" y="5137325"/>
            <a:chExt cx="749935" cy="897890"/>
          </a:xfrm>
        </p:grpSpPr>
        <p:sp>
          <p:nvSpPr>
            <p:cNvPr id="22" name="object 22"/>
            <p:cNvSpPr/>
            <p:nvPr/>
          </p:nvSpPr>
          <p:spPr>
            <a:xfrm>
              <a:off x="4414806" y="5141951"/>
              <a:ext cx="740410" cy="888365"/>
            </a:xfrm>
            <a:custGeom>
              <a:avLst/>
              <a:gdLst/>
              <a:ahLst/>
              <a:cxnLst/>
              <a:rect l="l" t="t" r="r" b="b"/>
              <a:pathLst>
                <a:path w="740410" h="888364">
                  <a:moveTo>
                    <a:pt x="740129" y="0"/>
                  </a:moveTo>
                  <a:lnTo>
                    <a:pt x="370070" y="148025"/>
                  </a:lnTo>
                  <a:lnTo>
                    <a:pt x="0" y="0"/>
                  </a:lnTo>
                  <a:lnTo>
                    <a:pt x="0" y="740075"/>
                  </a:lnTo>
                  <a:lnTo>
                    <a:pt x="370070" y="888100"/>
                  </a:lnTo>
                  <a:lnTo>
                    <a:pt x="740129" y="740075"/>
                  </a:lnTo>
                  <a:lnTo>
                    <a:pt x="740129" y="0"/>
                  </a:lnTo>
                  <a:close/>
                </a:path>
              </a:pathLst>
            </a:custGeom>
            <a:solidFill>
              <a:srgbClr val="730A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14806" y="5141951"/>
              <a:ext cx="740410" cy="888365"/>
            </a:xfrm>
            <a:custGeom>
              <a:avLst/>
              <a:gdLst/>
              <a:ahLst/>
              <a:cxnLst/>
              <a:rect l="l" t="t" r="r" b="b"/>
              <a:pathLst>
                <a:path w="740410" h="888364">
                  <a:moveTo>
                    <a:pt x="0" y="740075"/>
                  </a:moveTo>
                  <a:lnTo>
                    <a:pt x="370070" y="888100"/>
                  </a:lnTo>
                  <a:lnTo>
                    <a:pt x="740129" y="740075"/>
                  </a:lnTo>
                  <a:lnTo>
                    <a:pt x="740129" y="0"/>
                  </a:lnTo>
                  <a:lnTo>
                    <a:pt x="370070" y="148025"/>
                  </a:lnTo>
                  <a:lnTo>
                    <a:pt x="0" y="0"/>
                  </a:lnTo>
                  <a:lnTo>
                    <a:pt x="0" y="740075"/>
                  </a:lnTo>
                  <a:close/>
                </a:path>
              </a:pathLst>
            </a:custGeom>
            <a:ln w="9251">
              <a:solidFill>
                <a:srgbClr val="8C23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668160" y="5452571"/>
            <a:ext cx="231140" cy="292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50" spc="580">
                <a:solidFill>
                  <a:srgbClr val="FFE5E5"/>
                </a:solidFill>
                <a:latin typeface="Arial MT"/>
                <a:cs typeface="Arial MT"/>
              </a:rPr>
              <a:t>4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88857" y="5289396"/>
            <a:ext cx="1787525" cy="5441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300">
                <a:solidFill>
                  <a:srgbClr val="FFE5E5"/>
                </a:solidFill>
                <a:latin typeface="Arial MT"/>
                <a:cs typeface="Arial MT"/>
              </a:rPr>
              <a:t>Land</a:t>
            </a:r>
            <a:r>
              <a:rPr dirty="0" sz="1500" spc="-105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500" spc="254">
                <a:solidFill>
                  <a:srgbClr val="FFE5E5"/>
                </a:solidFill>
                <a:latin typeface="Arial MT"/>
                <a:cs typeface="Arial MT"/>
              </a:rPr>
              <a:t>on</a:t>
            </a:r>
            <a:r>
              <a:rPr dirty="0" sz="1500" spc="-10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500" spc="305">
                <a:solidFill>
                  <a:srgbClr val="FFE5E5"/>
                </a:solidFill>
                <a:latin typeface="Arial MT"/>
                <a:cs typeface="Arial MT"/>
              </a:rPr>
              <a:t>Page</a:t>
            </a:r>
            <a:r>
              <a:rPr dirty="0" sz="1500" spc="-105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500" spc="390">
                <a:solidFill>
                  <a:srgbClr val="FFE5E5"/>
                </a:solidFill>
                <a:latin typeface="Arial MT"/>
                <a:cs typeface="Arial MT"/>
              </a:rPr>
              <a:t>A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Previous</a:t>
            </a:r>
            <a:r>
              <a:rPr dirty="0" sz="1150" spc="1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FFE5E5"/>
                </a:solidFill>
                <a:latin typeface="Tahoma"/>
                <a:cs typeface="Tahoma"/>
              </a:rPr>
              <a:t>page</a:t>
            </a:r>
            <a:r>
              <a:rPr dirty="0" sz="1150" spc="1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FFE5E5"/>
                </a:solidFill>
                <a:latin typeface="Tahoma"/>
                <a:cs typeface="Tahoma"/>
              </a:rPr>
              <a:t>restored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350790" y="5883116"/>
            <a:ext cx="2010410" cy="516255"/>
            <a:chOff x="8350790" y="5883116"/>
            <a:chExt cx="2010410" cy="516255"/>
          </a:xfrm>
        </p:grpSpPr>
        <p:pic>
          <p:nvPicPr>
            <p:cNvPr id="27" name="object 27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06691" y="5972973"/>
              <a:ext cx="1594524" cy="380885"/>
            </a:xfrm>
            <a:prstGeom prst="rect">
              <a:avLst/>
            </a:prstGeom>
          </p:spPr>
        </p:pic>
        <p:sp>
          <p:nvSpPr>
            <p:cNvPr id="28" name="object 28">
              <a:hlinkClick r:id="rId3"/>
            </p:cNvPr>
            <p:cNvSpPr/>
            <p:nvPr/>
          </p:nvSpPr>
          <p:spPr>
            <a:xfrm>
              <a:off x="8557584" y="6089910"/>
              <a:ext cx="1597025" cy="102870"/>
            </a:xfrm>
            <a:custGeom>
              <a:avLst/>
              <a:gdLst/>
              <a:ahLst/>
              <a:cxnLst/>
              <a:rect l="l" t="t" r="r" b="b"/>
              <a:pathLst>
                <a:path w="1597025" h="102870">
                  <a:moveTo>
                    <a:pt x="0" y="0"/>
                  </a:moveTo>
                  <a:lnTo>
                    <a:pt x="45141" y="3869"/>
                  </a:lnTo>
                  <a:lnTo>
                    <a:pt x="38793" y="3325"/>
                  </a:lnTo>
                  <a:lnTo>
                    <a:pt x="28213" y="2418"/>
                  </a:lnTo>
                  <a:lnTo>
                    <a:pt x="72325" y="6192"/>
                  </a:lnTo>
                  <a:lnTo>
                    <a:pt x="127192" y="10843"/>
                  </a:lnTo>
                  <a:lnTo>
                    <a:pt x="179632" y="15099"/>
                  </a:lnTo>
                  <a:lnTo>
                    <a:pt x="223087" y="18488"/>
                  </a:lnTo>
                  <a:lnTo>
                    <a:pt x="244747" y="20184"/>
                  </a:lnTo>
                  <a:lnTo>
                    <a:pt x="304438" y="25014"/>
                  </a:lnTo>
                  <a:lnTo>
                    <a:pt x="354602" y="29753"/>
                  </a:lnTo>
                  <a:lnTo>
                    <a:pt x="390892" y="33725"/>
                  </a:lnTo>
                  <a:lnTo>
                    <a:pt x="409191" y="35717"/>
                  </a:lnTo>
                  <a:lnTo>
                    <a:pt x="465210" y="41232"/>
                  </a:lnTo>
                  <a:lnTo>
                    <a:pt x="515840" y="45695"/>
                  </a:lnTo>
                  <a:lnTo>
                    <a:pt x="544151" y="48154"/>
                  </a:lnTo>
                  <a:lnTo>
                    <a:pt x="550590" y="48720"/>
                  </a:lnTo>
                  <a:lnTo>
                    <a:pt x="567261" y="50230"/>
                  </a:lnTo>
                  <a:lnTo>
                    <a:pt x="590196" y="52406"/>
                  </a:lnTo>
                  <a:lnTo>
                    <a:pt x="615426" y="54968"/>
                  </a:lnTo>
                  <a:lnTo>
                    <a:pt x="621182" y="55546"/>
                  </a:lnTo>
                  <a:lnTo>
                    <a:pt x="683159" y="60036"/>
                  </a:lnTo>
                  <a:lnTo>
                    <a:pt x="738141" y="62059"/>
                  </a:lnTo>
                  <a:lnTo>
                    <a:pt x="741639" y="62169"/>
                  </a:lnTo>
                  <a:lnTo>
                    <a:pt x="750633" y="62556"/>
                  </a:lnTo>
                  <a:lnTo>
                    <a:pt x="762874" y="63309"/>
                  </a:lnTo>
                  <a:lnTo>
                    <a:pt x="776113" y="64517"/>
                  </a:lnTo>
                  <a:lnTo>
                    <a:pt x="779096" y="64838"/>
                  </a:lnTo>
                  <a:lnTo>
                    <a:pt x="786992" y="65622"/>
                  </a:lnTo>
                  <a:lnTo>
                    <a:pt x="798217" y="66599"/>
                  </a:lnTo>
                  <a:lnTo>
                    <a:pt x="811190" y="67501"/>
                  </a:lnTo>
                  <a:lnTo>
                    <a:pt x="814274" y="67702"/>
                  </a:lnTo>
                  <a:lnTo>
                    <a:pt x="822538" y="68337"/>
                  </a:lnTo>
                  <a:lnTo>
                    <a:pt x="834502" y="69454"/>
                  </a:lnTo>
                  <a:lnTo>
                    <a:pt x="848688" y="71100"/>
                  </a:lnTo>
                  <a:lnTo>
                    <a:pt x="852019" y="71522"/>
                  </a:lnTo>
                  <a:lnTo>
                    <a:pt x="860535" y="72554"/>
                  </a:lnTo>
                  <a:lnTo>
                    <a:pt x="903251" y="76602"/>
                  </a:lnTo>
                  <a:lnTo>
                    <a:pt x="913465" y="77390"/>
                  </a:lnTo>
                  <a:lnTo>
                    <a:pt x="926856" y="78383"/>
                  </a:lnTo>
                  <a:lnTo>
                    <a:pt x="938520" y="79410"/>
                  </a:lnTo>
                  <a:lnTo>
                    <a:pt x="950185" y="80437"/>
                  </a:lnTo>
                  <a:lnTo>
                    <a:pt x="961450" y="81436"/>
                  </a:lnTo>
                  <a:lnTo>
                    <a:pt x="972716" y="82435"/>
                  </a:lnTo>
                  <a:lnTo>
                    <a:pt x="984915" y="83537"/>
                  </a:lnTo>
                  <a:lnTo>
                    <a:pt x="997114" y="84638"/>
                  </a:lnTo>
                  <a:lnTo>
                    <a:pt x="1007029" y="85541"/>
                  </a:lnTo>
                  <a:lnTo>
                    <a:pt x="1016943" y="86445"/>
                  </a:lnTo>
                  <a:lnTo>
                    <a:pt x="1027860" y="88427"/>
                  </a:lnTo>
                  <a:lnTo>
                    <a:pt x="1038775" y="90409"/>
                  </a:lnTo>
                  <a:lnTo>
                    <a:pt x="1049996" y="90409"/>
                  </a:lnTo>
                  <a:lnTo>
                    <a:pt x="1061219" y="90409"/>
                  </a:lnTo>
                  <a:lnTo>
                    <a:pt x="1073038" y="91370"/>
                  </a:lnTo>
                  <a:lnTo>
                    <a:pt x="1084857" y="92332"/>
                  </a:lnTo>
                  <a:lnTo>
                    <a:pt x="1094860" y="92332"/>
                  </a:lnTo>
                  <a:lnTo>
                    <a:pt x="1096685" y="92350"/>
                  </a:lnTo>
                  <a:lnTo>
                    <a:pt x="1141936" y="94957"/>
                  </a:lnTo>
                  <a:lnTo>
                    <a:pt x="1181418" y="98670"/>
                  </a:lnTo>
                  <a:lnTo>
                    <a:pt x="1187083" y="99222"/>
                  </a:lnTo>
                  <a:lnTo>
                    <a:pt x="1195669" y="99774"/>
                  </a:lnTo>
                  <a:lnTo>
                    <a:pt x="1206475" y="100025"/>
                  </a:lnTo>
                  <a:lnTo>
                    <a:pt x="1209116" y="100025"/>
                  </a:lnTo>
                  <a:lnTo>
                    <a:pt x="1215922" y="100025"/>
                  </a:lnTo>
                  <a:lnTo>
                    <a:pt x="1265023" y="100025"/>
                  </a:lnTo>
                  <a:lnTo>
                    <a:pt x="1267857" y="100040"/>
                  </a:lnTo>
                  <a:lnTo>
                    <a:pt x="1275373" y="100146"/>
                  </a:lnTo>
                  <a:lnTo>
                    <a:pt x="1286094" y="100431"/>
                  </a:lnTo>
                  <a:lnTo>
                    <a:pt x="1298545" y="100988"/>
                  </a:lnTo>
                  <a:lnTo>
                    <a:pt x="1301402" y="101138"/>
                  </a:lnTo>
                  <a:lnTo>
                    <a:pt x="1308576" y="101469"/>
                  </a:lnTo>
                  <a:lnTo>
                    <a:pt x="1317973" y="101800"/>
                  </a:lnTo>
                  <a:lnTo>
                    <a:pt x="1327499" y="101950"/>
                  </a:lnTo>
                  <a:lnTo>
                    <a:pt x="1327499" y="101950"/>
                  </a:lnTo>
                  <a:lnTo>
                    <a:pt x="1352583" y="101950"/>
                  </a:lnTo>
                  <a:lnTo>
                    <a:pt x="1377083" y="101950"/>
                  </a:lnTo>
                  <a:lnTo>
                    <a:pt x="1398774" y="101950"/>
                  </a:lnTo>
                  <a:lnTo>
                    <a:pt x="1400974" y="101956"/>
                  </a:lnTo>
                  <a:lnTo>
                    <a:pt x="1408559" y="101997"/>
                  </a:lnTo>
                  <a:lnTo>
                    <a:pt x="1423007" y="102109"/>
                  </a:lnTo>
                  <a:lnTo>
                    <a:pt x="1445797" y="102327"/>
                  </a:lnTo>
                  <a:lnTo>
                    <a:pt x="1451890" y="102326"/>
                  </a:lnTo>
                  <a:lnTo>
                    <a:pt x="1506254" y="98889"/>
                  </a:lnTo>
                  <a:lnTo>
                    <a:pt x="1563420" y="87580"/>
                  </a:lnTo>
                  <a:lnTo>
                    <a:pt x="1596736" y="80086"/>
                  </a:lnTo>
                </a:path>
              </a:pathLst>
            </a:custGeom>
            <a:ln w="4135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647699"/>
            <a:ext cx="6543674" cy="37147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513535" y="1511300"/>
            <a:ext cx="306324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535"/>
              <a:t>Application: </a:t>
            </a:r>
            <a:r>
              <a:rPr dirty="0" spc="580"/>
              <a:t>Undo</a:t>
            </a:r>
            <a:r>
              <a:rPr dirty="0" spc="-260"/>
              <a:t> </a:t>
            </a:r>
            <a:r>
              <a:rPr dirty="0" spc="755"/>
              <a:t>/</a:t>
            </a:r>
            <a:r>
              <a:rPr dirty="0" spc="-254"/>
              <a:t> </a:t>
            </a:r>
            <a:r>
              <a:rPr dirty="0" spc="520"/>
              <a:t>Redo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13535" y="2667825"/>
            <a:ext cx="3127375" cy="8159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130"/>
              </a:spcBef>
            </a:pP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Text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editors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like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5">
                <a:solidFill>
                  <a:srgbClr val="FFE5E5"/>
                </a:solidFill>
                <a:latin typeface="Tahoma"/>
                <a:cs typeface="Tahoma"/>
              </a:rPr>
              <a:t>MS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Word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or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VS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100">
                <a:solidFill>
                  <a:srgbClr val="FFE5E5"/>
                </a:solidFill>
                <a:latin typeface="Tahoma"/>
                <a:cs typeface="Tahoma"/>
              </a:rPr>
              <a:t>Code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25">
                <a:solidFill>
                  <a:srgbClr val="FFE5E5"/>
                </a:solidFill>
                <a:latin typeface="Tahoma"/>
                <a:cs typeface="Tahoma"/>
              </a:rPr>
              <a:t>use </a:t>
            </a:r>
            <a:r>
              <a:rPr dirty="0" sz="1250" spc="50" b="1">
                <a:solidFill>
                  <a:srgbClr val="FFE5E5"/>
                </a:solidFill>
                <a:latin typeface="Trebuchet MS"/>
                <a:cs typeface="Trebuchet MS"/>
              </a:rPr>
              <a:t>two</a:t>
            </a:r>
            <a:r>
              <a:rPr dirty="0" sz="1250" spc="-6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85" b="1">
                <a:solidFill>
                  <a:srgbClr val="FFE5E5"/>
                </a:solidFill>
                <a:latin typeface="Trebuchet MS"/>
                <a:cs typeface="Trebuchet MS"/>
              </a:rPr>
              <a:t>stacks</a:t>
            </a:r>
            <a:r>
              <a:rPr dirty="0" sz="1250" spc="-1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425">
                <a:solidFill>
                  <a:srgbClr val="FFE5E5"/>
                </a:solidFill>
                <a:latin typeface="Tahoma"/>
                <a:cs typeface="Tahoma"/>
              </a:rPr>
              <a:t>4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one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for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Undo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and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one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for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Redo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25">
                <a:solidFill>
                  <a:srgbClr val="FFE5E5"/>
                </a:solidFill>
                <a:latin typeface="Tahoma"/>
                <a:cs typeface="Tahoma"/>
              </a:rPr>
              <a:t>4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track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your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5">
                <a:solidFill>
                  <a:srgbClr val="FFE5E5"/>
                </a:solidFill>
                <a:latin typeface="Tahoma"/>
                <a:cs typeface="Tahoma"/>
              </a:rPr>
              <a:t>editing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history.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1500" y="4724400"/>
            <a:ext cx="10287000" cy="1247775"/>
            <a:chOff x="571500" y="4724400"/>
            <a:chExt cx="10287000" cy="1247775"/>
          </a:xfrm>
        </p:grpSpPr>
        <p:sp>
          <p:nvSpPr>
            <p:cNvPr id="6" name="object 6"/>
            <p:cNvSpPr/>
            <p:nvPr/>
          </p:nvSpPr>
          <p:spPr>
            <a:xfrm>
              <a:off x="576262" y="4729162"/>
              <a:ext cx="10277475" cy="1238250"/>
            </a:xfrm>
            <a:custGeom>
              <a:avLst/>
              <a:gdLst/>
              <a:ahLst/>
              <a:cxnLst/>
              <a:rect l="l" t="t" r="r" b="b"/>
              <a:pathLst>
                <a:path w="10277475" h="1238250">
                  <a:moveTo>
                    <a:pt x="10228656" y="0"/>
                  </a:moveTo>
                  <a:lnTo>
                    <a:pt x="48816" y="0"/>
                  </a:lnTo>
                  <a:lnTo>
                    <a:pt x="45417" y="330"/>
                  </a:lnTo>
                  <a:lnTo>
                    <a:pt x="10711" y="20370"/>
                  </a:lnTo>
                  <a:lnTo>
                    <a:pt x="0" y="48806"/>
                  </a:lnTo>
                  <a:lnTo>
                    <a:pt x="0" y="1186002"/>
                  </a:lnTo>
                  <a:lnTo>
                    <a:pt x="0" y="1189435"/>
                  </a:lnTo>
                  <a:lnTo>
                    <a:pt x="17725" y="1225372"/>
                  </a:lnTo>
                  <a:lnTo>
                    <a:pt x="48816" y="1238246"/>
                  </a:lnTo>
                  <a:lnTo>
                    <a:pt x="10228656" y="1238246"/>
                  </a:lnTo>
                  <a:lnTo>
                    <a:pt x="10264597" y="1220520"/>
                  </a:lnTo>
                  <a:lnTo>
                    <a:pt x="10277475" y="1189435"/>
                  </a:lnTo>
                  <a:lnTo>
                    <a:pt x="10277475" y="48806"/>
                  </a:lnTo>
                  <a:lnTo>
                    <a:pt x="10259745" y="12877"/>
                  </a:lnTo>
                  <a:lnTo>
                    <a:pt x="10232059" y="330"/>
                  </a:lnTo>
                  <a:lnTo>
                    <a:pt x="10228656" y="0"/>
                  </a:lnTo>
                  <a:close/>
                </a:path>
              </a:pathLst>
            </a:custGeom>
            <a:solidFill>
              <a:srgbClr val="730A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76262" y="4729162"/>
              <a:ext cx="10277475" cy="1238250"/>
            </a:xfrm>
            <a:custGeom>
              <a:avLst/>
              <a:gdLst/>
              <a:ahLst/>
              <a:cxnLst/>
              <a:rect l="l" t="t" r="r" b="b"/>
              <a:pathLst>
                <a:path w="10277475" h="1238250">
                  <a:moveTo>
                    <a:pt x="0" y="1186002"/>
                  </a:moveTo>
                  <a:lnTo>
                    <a:pt x="0" y="52247"/>
                  </a:lnTo>
                  <a:lnTo>
                    <a:pt x="0" y="48806"/>
                  </a:lnTo>
                  <a:lnTo>
                    <a:pt x="332" y="45415"/>
                  </a:lnTo>
                  <a:lnTo>
                    <a:pt x="1002" y="42049"/>
                  </a:lnTo>
                  <a:lnTo>
                    <a:pt x="1671" y="38684"/>
                  </a:lnTo>
                  <a:lnTo>
                    <a:pt x="2664" y="35420"/>
                  </a:lnTo>
                  <a:lnTo>
                    <a:pt x="3978" y="32258"/>
                  </a:lnTo>
                  <a:lnTo>
                    <a:pt x="5288" y="29083"/>
                  </a:lnTo>
                  <a:lnTo>
                    <a:pt x="15304" y="15303"/>
                  </a:lnTo>
                  <a:lnTo>
                    <a:pt x="17725" y="12877"/>
                  </a:lnTo>
                  <a:lnTo>
                    <a:pt x="20364" y="10706"/>
                  </a:lnTo>
                  <a:lnTo>
                    <a:pt x="23216" y="8801"/>
                  </a:lnTo>
                  <a:lnTo>
                    <a:pt x="26069" y="6896"/>
                  </a:lnTo>
                  <a:lnTo>
                    <a:pt x="29080" y="5283"/>
                  </a:lnTo>
                  <a:lnTo>
                    <a:pt x="32251" y="3975"/>
                  </a:lnTo>
                  <a:lnTo>
                    <a:pt x="35421" y="2667"/>
                  </a:lnTo>
                  <a:lnTo>
                    <a:pt x="38685" y="1676"/>
                  </a:lnTo>
                  <a:lnTo>
                    <a:pt x="42053" y="1003"/>
                  </a:lnTo>
                  <a:lnTo>
                    <a:pt x="45417" y="330"/>
                  </a:lnTo>
                  <a:lnTo>
                    <a:pt x="48816" y="0"/>
                  </a:lnTo>
                  <a:lnTo>
                    <a:pt x="52243" y="0"/>
                  </a:lnTo>
                  <a:lnTo>
                    <a:pt x="10225227" y="0"/>
                  </a:lnTo>
                  <a:lnTo>
                    <a:pt x="10228656" y="0"/>
                  </a:lnTo>
                  <a:lnTo>
                    <a:pt x="10232059" y="330"/>
                  </a:lnTo>
                  <a:lnTo>
                    <a:pt x="10235425" y="1003"/>
                  </a:lnTo>
                  <a:lnTo>
                    <a:pt x="10238790" y="1676"/>
                  </a:lnTo>
                  <a:lnTo>
                    <a:pt x="10262171" y="15303"/>
                  </a:lnTo>
                  <a:lnTo>
                    <a:pt x="10264597" y="17729"/>
                  </a:lnTo>
                  <a:lnTo>
                    <a:pt x="10277475" y="48806"/>
                  </a:lnTo>
                  <a:lnTo>
                    <a:pt x="10277475" y="52247"/>
                  </a:lnTo>
                  <a:lnTo>
                    <a:pt x="10277475" y="1186002"/>
                  </a:lnTo>
                  <a:lnTo>
                    <a:pt x="10277475" y="1189435"/>
                  </a:lnTo>
                  <a:lnTo>
                    <a:pt x="10277132" y="1192833"/>
                  </a:lnTo>
                  <a:lnTo>
                    <a:pt x="10268674" y="1215029"/>
                  </a:lnTo>
                  <a:lnTo>
                    <a:pt x="10266769" y="1217881"/>
                  </a:lnTo>
                  <a:lnTo>
                    <a:pt x="10264597" y="1220520"/>
                  </a:lnTo>
                  <a:lnTo>
                    <a:pt x="10262171" y="1222946"/>
                  </a:lnTo>
                  <a:lnTo>
                    <a:pt x="10259745" y="1225372"/>
                  </a:lnTo>
                  <a:lnTo>
                    <a:pt x="10257104" y="1227540"/>
                  </a:lnTo>
                  <a:lnTo>
                    <a:pt x="10254246" y="1229445"/>
                  </a:lnTo>
                  <a:lnTo>
                    <a:pt x="10251402" y="1231350"/>
                  </a:lnTo>
                  <a:lnTo>
                    <a:pt x="10225227" y="1238251"/>
                  </a:lnTo>
                  <a:lnTo>
                    <a:pt x="52243" y="1238251"/>
                  </a:lnTo>
                  <a:lnTo>
                    <a:pt x="32251" y="1234272"/>
                  </a:lnTo>
                  <a:lnTo>
                    <a:pt x="29080" y="1232957"/>
                  </a:lnTo>
                  <a:lnTo>
                    <a:pt x="26069" y="1231350"/>
                  </a:lnTo>
                  <a:lnTo>
                    <a:pt x="23216" y="1229445"/>
                  </a:lnTo>
                  <a:lnTo>
                    <a:pt x="20364" y="1227540"/>
                  </a:lnTo>
                  <a:lnTo>
                    <a:pt x="17725" y="1225372"/>
                  </a:lnTo>
                  <a:lnTo>
                    <a:pt x="15304" y="1222946"/>
                  </a:lnTo>
                  <a:lnTo>
                    <a:pt x="12879" y="1220520"/>
                  </a:lnTo>
                  <a:lnTo>
                    <a:pt x="10711" y="1217881"/>
                  </a:lnTo>
                  <a:lnTo>
                    <a:pt x="8806" y="1215029"/>
                  </a:lnTo>
                  <a:lnTo>
                    <a:pt x="6901" y="1212176"/>
                  </a:lnTo>
                  <a:lnTo>
                    <a:pt x="5288" y="1209164"/>
                  </a:lnTo>
                  <a:lnTo>
                    <a:pt x="3978" y="1205994"/>
                  </a:lnTo>
                  <a:lnTo>
                    <a:pt x="2664" y="1202824"/>
                  </a:lnTo>
                  <a:lnTo>
                    <a:pt x="1671" y="1199560"/>
                  </a:lnTo>
                  <a:lnTo>
                    <a:pt x="1002" y="1196196"/>
                  </a:lnTo>
                  <a:lnTo>
                    <a:pt x="332" y="1192833"/>
                  </a:lnTo>
                  <a:lnTo>
                    <a:pt x="0" y="1189435"/>
                  </a:lnTo>
                  <a:lnTo>
                    <a:pt x="0" y="1186002"/>
                  </a:lnTo>
                  <a:close/>
                </a:path>
              </a:pathLst>
            </a:custGeom>
            <a:ln w="9525">
              <a:solidFill>
                <a:srgbClr val="8C232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81025" y="4733925"/>
              <a:ext cx="5133975" cy="1228725"/>
            </a:xfrm>
            <a:custGeom>
              <a:avLst/>
              <a:gdLst/>
              <a:ahLst/>
              <a:cxnLst/>
              <a:rect l="l" t="t" r="r" b="b"/>
              <a:pathLst>
                <a:path w="5133975" h="1228725">
                  <a:moveTo>
                    <a:pt x="5133975" y="0"/>
                  </a:moveTo>
                  <a:lnTo>
                    <a:pt x="53265" y="0"/>
                  </a:lnTo>
                  <a:lnTo>
                    <a:pt x="49555" y="368"/>
                  </a:lnTo>
                  <a:lnTo>
                    <a:pt x="14050" y="19342"/>
                  </a:lnTo>
                  <a:lnTo>
                    <a:pt x="0" y="53263"/>
                  </a:lnTo>
                  <a:lnTo>
                    <a:pt x="0" y="1171714"/>
                  </a:lnTo>
                  <a:lnTo>
                    <a:pt x="0" y="1175459"/>
                  </a:lnTo>
                  <a:lnTo>
                    <a:pt x="19342" y="1214671"/>
                  </a:lnTo>
                  <a:lnTo>
                    <a:pt x="53265" y="1228726"/>
                  </a:lnTo>
                  <a:lnTo>
                    <a:pt x="5133975" y="1228726"/>
                  </a:lnTo>
                  <a:lnTo>
                    <a:pt x="5133975" y="0"/>
                  </a:lnTo>
                  <a:close/>
                </a:path>
              </a:pathLst>
            </a:custGeom>
            <a:solidFill>
              <a:srgbClr val="730A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29654" y="4874694"/>
            <a:ext cx="4485640" cy="8953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50" spc="1889">
                <a:latin typeface="Times New Roman"/>
                <a:cs typeface="Times New Roman"/>
              </a:rPr>
              <a:t>/</a:t>
            </a:r>
            <a:r>
              <a:rPr dirty="0" sz="1850" spc="-190">
                <a:latin typeface="Times New Roman"/>
                <a:cs typeface="Times New Roman"/>
              </a:rPr>
              <a:t> </a:t>
            </a:r>
            <a:r>
              <a:rPr dirty="0" sz="1650" spc="310">
                <a:solidFill>
                  <a:srgbClr val="FFE5E5"/>
                </a:solidFill>
                <a:latin typeface="Arial MT"/>
                <a:cs typeface="Arial MT"/>
              </a:rPr>
              <a:t>Undo</a:t>
            </a:r>
            <a:r>
              <a:rPr dirty="0" sz="1650" spc="-114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85">
                <a:solidFill>
                  <a:srgbClr val="FFE5E5"/>
                </a:solidFill>
                <a:latin typeface="Arial MT"/>
                <a:cs typeface="Arial MT"/>
              </a:rPr>
              <a:t>Stack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Every</a:t>
            </a:r>
            <a:r>
              <a:rPr dirty="0" sz="12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action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(type,</a:t>
            </a:r>
            <a:r>
              <a:rPr dirty="0" sz="12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delete,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format)</a:t>
            </a:r>
            <a:r>
              <a:rPr dirty="0" sz="1250" spc="6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is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80" b="1">
                <a:solidFill>
                  <a:srgbClr val="FFE5E5"/>
                </a:solidFill>
                <a:latin typeface="Trebuchet MS"/>
                <a:cs typeface="Trebuchet MS"/>
              </a:rPr>
              <a:t>pushed</a:t>
            </a:r>
            <a:r>
              <a:rPr dirty="0" sz="1250" spc="7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here.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Pressing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Ctrl+Z</a:t>
            </a:r>
            <a:r>
              <a:rPr dirty="0" sz="1250" spc="7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90">
                <a:solidFill>
                  <a:srgbClr val="FFE5E5"/>
                </a:solidFill>
                <a:latin typeface="Tahoma"/>
                <a:cs typeface="Tahoma"/>
              </a:rPr>
              <a:t>pops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 the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last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action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and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reverses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it.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15000" y="4733925"/>
            <a:ext cx="5133975" cy="1228725"/>
            <a:chOff x="5715000" y="4733925"/>
            <a:chExt cx="5133975" cy="1228725"/>
          </a:xfrm>
        </p:grpSpPr>
        <p:sp>
          <p:nvSpPr>
            <p:cNvPr id="11" name="object 11"/>
            <p:cNvSpPr/>
            <p:nvPr/>
          </p:nvSpPr>
          <p:spPr>
            <a:xfrm>
              <a:off x="5715000" y="4733925"/>
              <a:ext cx="5133975" cy="1228725"/>
            </a:xfrm>
            <a:custGeom>
              <a:avLst/>
              <a:gdLst/>
              <a:ahLst/>
              <a:cxnLst/>
              <a:rect l="l" t="t" r="r" b="b"/>
              <a:pathLst>
                <a:path w="5133975" h="1228725">
                  <a:moveTo>
                    <a:pt x="5080711" y="0"/>
                  </a:moveTo>
                  <a:lnTo>
                    <a:pt x="0" y="0"/>
                  </a:lnTo>
                  <a:lnTo>
                    <a:pt x="0" y="1228726"/>
                  </a:lnTo>
                  <a:lnTo>
                    <a:pt x="5080711" y="1228726"/>
                  </a:lnTo>
                  <a:lnTo>
                    <a:pt x="5084419" y="1228359"/>
                  </a:lnTo>
                  <a:lnTo>
                    <a:pt x="5119928" y="1209377"/>
                  </a:lnTo>
                  <a:lnTo>
                    <a:pt x="5133975" y="1175459"/>
                  </a:lnTo>
                  <a:lnTo>
                    <a:pt x="5133975" y="53263"/>
                  </a:lnTo>
                  <a:lnTo>
                    <a:pt x="5114632" y="14046"/>
                  </a:lnTo>
                  <a:lnTo>
                    <a:pt x="5080711" y="0"/>
                  </a:lnTo>
                  <a:close/>
                </a:path>
              </a:pathLst>
            </a:custGeom>
            <a:solidFill>
              <a:srgbClr val="730A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715000" y="4733925"/>
              <a:ext cx="19050" cy="1228725"/>
            </a:xfrm>
            <a:custGeom>
              <a:avLst/>
              <a:gdLst/>
              <a:ahLst/>
              <a:cxnLst/>
              <a:rect l="l" t="t" r="r" b="b"/>
              <a:pathLst>
                <a:path w="19050" h="122872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1219201"/>
                  </a:lnTo>
                  <a:lnTo>
                    <a:pt x="0" y="1221830"/>
                  </a:lnTo>
                  <a:lnTo>
                    <a:pt x="927" y="1224073"/>
                  </a:lnTo>
                  <a:lnTo>
                    <a:pt x="4648" y="1227792"/>
                  </a:lnTo>
                  <a:lnTo>
                    <a:pt x="6896" y="1228721"/>
                  </a:lnTo>
                  <a:lnTo>
                    <a:pt x="12153" y="1228721"/>
                  </a:lnTo>
                  <a:lnTo>
                    <a:pt x="14401" y="1227792"/>
                  </a:lnTo>
                  <a:lnTo>
                    <a:pt x="18122" y="1224073"/>
                  </a:lnTo>
                  <a:lnTo>
                    <a:pt x="19050" y="1221830"/>
                  </a:lnTo>
                  <a:lnTo>
                    <a:pt x="19050" y="6896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8C232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865114" y="4876298"/>
            <a:ext cx="4415155" cy="89408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850" spc="335">
                <a:latin typeface="Times New Roman"/>
                <a:cs typeface="Times New Roman"/>
              </a:rPr>
              <a:t>   </a:t>
            </a:r>
            <a:r>
              <a:rPr dirty="0" sz="1650" spc="290">
                <a:solidFill>
                  <a:srgbClr val="FFE5E5"/>
                </a:solidFill>
                <a:latin typeface="Arial MT"/>
                <a:cs typeface="Arial MT"/>
              </a:rPr>
              <a:t>Redo</a:t>
            </a:r>
            <a:r>
              <a:rPr dirty="0" sz="1650" spc="-11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85">
                <a:solidFill>
                  <a:srgbClr val="FFE5E5"/>
                </a:solidFill>
                <a:latin typeface="Arial MT"/>
                <a:cs typeface="Arial MT"/>
              </a:rPr>
              <a:t>Stack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Undone</a:t>
            </a:r>
            <a:r>
              <a:rPr dirty="0" sz="1250" spc="-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FFE5E5"/>
                </a:solidFill>
                <a:latin typeface="Tahoma"/>
                <a:cs typeface="Tahoma"/>
              </a:rPr>
              <a:t>actions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are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FFE5E5"/>
                </a:solidFill>
                <a:latin typeface="Tahoma"/>
                <a:cs typeface="Tahoma"/>
              </a:rPr>
              <a:t>pushed</a:t>
            </a:r>
            <a:r>
              <a:rPr dirty="0" sz="1250" spc="-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onto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 b="1">
                <a:solidFill>
                  <a:srgbClr val="FFE5E5"/>
                </a:solidFill>
                <a:latin typeface="Trebuchet MS"/>
                <a:cs typeface="Trebuchet MS"/>
              </a:rPr>
              <a:t>Redo</a:t>
            </a:r>
            <a:r>
              <a:rPr dirty="0" sz="1250" spc="-6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50" b="1">
                <a:solidFill>
                  <a:srgbClr val="FFE5E5"/>
                </a:solidFill>
                <a:latin typeface="Trebuchet MS"/>
                <a:cs typeface="Trebuchet MS"/>
              </a:rPr>
              <a:t>stack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.</a:t>
            </a:r>
            <a:r>
              <a:rPr dirty="0" sz="1250" spc="-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Pressing</a:t>
            </a:r>
            <a:endParaRPr sz="12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Ctrl+Y</a:t>
            </a:r>
            <a:r>
              <a:rPr dirty="0" sz="1250" spc="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95">
                <a:solidFill>
                  <a:srgbClr val="FFE5E5"/>
                </a:solidFill>
                <a:latin typeface="Tahoma"/>
                <a:cs typeface="Tahoma"/>
              </a:rPr>
              <a:t>re-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applies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them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in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order.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228849" y="5874088"/>
            <a:ext cx="2149475" cy="720090"/>
            <a:chOff x="9228849" y="5874088"/>
            <a:chExt cx="2149475" cy="720090"/>
          </a:xfrm>
        </p:grpSpPr>
        <p:pic>
          <p:nvPicPr>
            <p:cNvPr id="15" name="object 15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4"/>
              <a:ext cx="1754504" cy="4191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456390" y="6171477"/>
              <a:ext cx="1694814" cy="194945"/>
            </a:xfrm>
            <a:custGeom>
              <a:avLst/>
              <a:gdLst/>
              <a:ahLst/>
              <a:cxnLst/>
              <a:rect l="l" t="t" r="r" b="b"/>
              <a:pathLst>
                <a:path w="1694815" h="194945">
                  <a:moveTo>
                    <a:pt x="0" y="194725"/>
                  </a:moveTo>
                  <a:lnTo>
                    <a:pt x="67769" y="190214"/>
                  </a:lnTo>
                  <a:lnTo>
                    <a:pt x="58239" y="190849"/>
                  </a:lnTo>
                  <a:lnTo>
                    <a:pt x="42355" y="191906"/>
                  </a:lnTo>
                  <a:lnTo>
                    <a:pt x="39179" y="192117"/>
                  </a:lnTo>
                  <a:lnTo>
                    <a:pt x="79297" y="189439"/>
                  </a:lnTo>
                  <a:lnTo>
                    <a:pt x="150321" y="184500"/>
                  </a:lnTo>
                  <a:lnTo>
                    <a:pt x="195679" y="181180"/>
                  </a:lnTo>
                  <a:lnTo>
                    <a:pt x="235629" y="178003"/>
                  </a:lnTo>
                  <a:lnTo>
                    <a:pt x="279769" y="174276"/>
                  </a:lnTo>
                  <a:lnTo>
                    <a:pt x="334863" y="169339"/>
                  </a:lnTo>
                  <a:lnTo>
                    <a:pt x="348002" y="168145"/>
                  </a:lnTo>
                  <a:lnTo>
                    <a:pt x="380692" y="165273"/>
                  </a:lnTo>
                  <a:lnTo>
                    <a:pt x="422844" y="161790"/>
                  </a:lnTo>
                  <a:lnTo>
                    <a:pt x="464367" y="158762"/>
                  </a:lnTo>
                  <a:lnTo>
                    <a:pt x="472989" y="158189"/>
                  </a:lnTo>
                  <a:lnTo>
                    <a:pt x="495491" y="156629"/>
                  </a:lnTo>
                  <a:lnTo>
                    <a:pt x="526831" y="154317"/>
                  </a:lnTo>
                  <a:lnTo>
                    <a:pt x="561967" y="151487"/>
                  </a:lnTo>
                  <a:lnTo>
                    <a:pt x="570011" y="150815"/>
                  </a:lnTo>
                  <a:lnTo>
                    <a:pt x="590968" y="149126"/>
                  </a:lnTo>
                  <a:lnTo>
                    <a:pt x="620074" y="146906"/>
                  </a:lnTo>
                  <a:lnTo>
                    <a:pt x="652565" y="144642"/>
                  </a:lnTo>
                  <a:lnTo>
                    <a:pt x="659891" y="144150"/>
                  </a:lnTo>
                  <a:lnTo>
                    <a:pt x="678575" y="142829"/>
                  </a:lnTo>
                  <a:lnTo>
                    <a:pt x="703680" y="140913"/>
                  </a:lnTo>
                  <a:lnTo>
                    <a:pt x="730266" y="138635"/>
                  </a:lnTo>
                  <a:lnTo>
                    <a:pt x="736077" y="138123"/>
                  </a:lnTo>
                  <a:lnTo>
                    <a:pt x="751073" y="136924"/>
                  </a:lnTo>
                  <a:lnTo>
                    <a:pt x="771599" y="135538"/>
                  </a:lnTo>
                  <a:lnTo>
                    <a:pt x="794000" y="134469"/>
                  </a:lnTo>
                  <a:lnTo>
                    <a:pt x="799037" y="134288"/>
                  </a:lnTo>
                  <a:lnTo>
                    <a:pt x="812174" y="133764"/>
                  </a:lnTo>
                  <a:lnTo>
                    <a:pt x="850912" y="131803"/>
                  </a:lnTo>
                  <a:lnTo>
                    <a:pt x="903091" y="127966"/>
                  </a:lnTo>
                  <a:lnTo>
                    <a:pt x="907304" y="127612"/>
                  </a:lnTo>
                  <a:lnTo>
                    <a:pt x="918221" y="126749"/>
                  </a:lnTo>
                  <a:lnTo>
                    <a:pt x="933260" y="125681"/>
                  </a:lnTo>
                  <a:lnTo>
                    <a:pt x="949841" y="124710"/>
                  </a:lnTo>
                  <a:lnTo>
                    <a:pt x="953579" y="124504"/>
                  </a:lnTo>
                  <a:lnTo>
                    <a:pt x="963248" y="123886"/>
                  </a:lnTo>
                  <a:lnTo>
                    <a:pt x="976536" y="122856"/>
                  </a:lnTo>
                  <a:lnTo>
                    <a:pt x="991129" y="121413"/>
                  </a:lnTo>
                  <a:lnTo>
                    <a:pt x="994382" y="121048"/>
                  </a:lnTo>
                  <a:lnTo>
                    <a:pt x="1002682" y="120138"/>
                  </a:lnTo>
                  <a:lnTo>
                    <a:pt x="1043836" y="116286"/>
                  </a:lnTo>
                  <a:lnTo>
                    <a:pt x="1053516" y="115596"/>
                  </a:lnTo>
                  <a:lnTo>
                    <a:pt x="1066143" y="114780"/>
                  </a:lnTo>
                  <a:lnTo>
                    <a:pt x="1077998" y="113480"/>
                  </a:lnTo>
                  <a:lnTo>
                    <a:pt x="1089853" y="112179"/>
                  </a:lnTo>
                  <a:lnTo>
                    <a:pt x="1101935" y="111120"/>
                  </a:lnTo>
                  <a:lnTo>
                    <a:pt x="1104104" y="110921"/>
                  </a:lnTo>
                  <a:lnTo>
                    <a:pt x="1110228" y="110326"/>
                  </a:lnTo>
                  <a:lnTo>
                    <a:pt x="1119730" y="109334"/>
                  </a:lnTo>
                  <a:lnTo>
                    <a:pt x="1132034" y="107945"/>
                  </a:lnTo>
                  <a:lnTo>
                    <a:pt x="1135052" y="107614"/>
                  </a:lnTo>
                  <a:lnTo>
                    <a:pt x="1142663" y="106887"/>
                  </a:lnTo>
                  <a:lnTo>
                    <a:pt x="1152704" y="106159"/>
                  </a:lnTo>
                  <a:lnTo>
                    <a:pt x="1163013" y="105829"/>
                  </a:lnTo>
                  <a:lnTo>
                    <a:pt x="1165251" y="105829"/>
                  </a:lnTo>
                  <a:lnTo>
                    <a:pt x="1171192" y="105829"/>
                  </a:lnTo>
                  <a:lnTo>
                    <a:pt x="1189556" y="105829"/>
                  </a:lnTo>
                  <a:lnTo>
                    <a:pt x="1214426" y="105829"/>
                  </a:lnTo>
                  <a:lnTo>
                    <a:pt x="1225716" y="105829"/>
                  </a:lnTo>
                  <a:lnTo>
                    <a:pt x="1236899" y="104770"/>
                  </a:lnTo>
                  <a:lnTo>
                    <a:pt x="1238915" y="104588"/>
                  </a:lnTo>
                  <a:lnTo>
                    <a:pt x="1244633" y="104108"/>
                  </a:lnTo>
                  <a:lnTo>
                    <a:pt x="1253565" y="103430"/>
                  </a:lnTo>
                  <a:lnTo>
                    <a:pt x="1265219" y="102653"/>
                  </a:lnTo>
                  <a:lnTo>
                    <a:pt x="1268161" y="102446"/>
                  </a:lnTo>
                  <a:lnTo>
                    <a:pt x="1310255" y="96984"/>
                  </a:lnTo>
                  <a:lnTo>
                    <a:pt x="1348039" y="89267"/>
                  </a:lnTo>
                  <a:lnTo>
                    <a:pt x="1393560" y="77044"/>
                  </a:lnTo>
                  <a:lnTo>
                    <a:pt x="1395627" y="76383"/>
                  </a:lnTo>
                  <a:lnTo>
                    <a:pt x="1401139" y="74744"/>
                  </a:lnTo>
                  <a:lnTo>
                    <a:pt x="1409065" y="72643"/>
                  </a:lnTo>
                  <a:lnTo>
                    <a:pt x="1418375" y="70598"/>
                  </a:lnTo>
                  <a:lnTo>
                    <a:pt x="1431251" y="68139"/>
                  </a:lnTo>
                  <a:lnTo>
                    <a:pt x="1442380" y="64934"/>
                  </a:lnTo>
                  <a:lnTo>
                    <a:pt x="1453511" y="61728"/>
                  </a:lnTo>
                  <a:lnTo>
                    <a:pt x="1466214" y="57654"/>
                  </a:lnTo>
                  <a:lnTo>
                    <a:pt x="1468411" y="56949"/>
                  </a:lnTo>
                  <a:lnTo>
                    <a:pt x="1474260" y="55074"/>
                  </a:lnTo>
                  <a:lnTo>
                    <a:pt x="1482651" y="52384"/>
                  </a:lnTo>
                  <a:lnTo>
                    <a:pt x="1492473" y="49238"/>
                  </a:lnTo>
                  <a:lnTo>
                    <a:pt x="1494889" y="48456"/>
                  </a:lnTo>
                  <a:lnTo>
                    <a:pt x="1501637" y="46240"/>
                  </a:lnTo>
                  <a:lnTo>
                    <a:pt x="1511966" y="42784"/>
                  </a:lnTo>
                  <a:lnTo>
                    <a:pt x="1525123" y="38280"/>
                  </a:lnTo>
                  <a:lnTo>
                    <a:pt x="1528360" y="37178"/>
                  </a:lnTo>
                  <a:lnTo>
                    <a:pt x="1569923" y="24918"/>
                  </a:lnTo>
                  <a:lnTo>
                    <a:pt x="1613223" y="17719"/>
                  </a:lnTo>
                  <a:lnTo>
                    <a:pt x="1636011" y="15165"/>
                  </a:lnTo>
                  <a:lnTo>
                    <a:pt x="1641852" y="14470"/>
                  </a:lnTo>
                  <a:lnTo>
                    <a:pt x="1655526" y="12518"/>
                  </a:lnTo>
                  <a:lnTo>
                    <a:pt x="1671256" y="9509"/>
                  </a:lnTo>
                  <a:lnTo>
                    <a:pt x="1683266" y="5641"/>
                  </a:lnTo>
                  <a:lnTo>
                    <a:pt x="1694234" y="0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>
              <a:hlinkClick r:id="rId3"/>
            </p:cNvPr>
            <p:cNvSpPr/>
            <p:nvPr/>
          </p:nvSpPr>
          <p:spPr>
            <a:xfrm>
              <a:off x="9513535" y="6134744"/>
              <a:ext cx="1593850" cy="102235"/>
            </a:xfrm>
            <a:custGeom>
              <a:avLst/>
              <a:gdLst/>
              <a:ahLst/>
              <a:cxnLst/>
              <a:rect l="l" t="t" r="r" b="b"/>
              <a:pathLst>
                <a:path w="1593850" h="102235">
                  <a:moveTo>
                    <a:pt x="0" y="79064"/>
                  </a:moveTo>
                  <a:lnTo>
                    <a:pt x="72853" y="84270"/>
                  </a:lnTo>
                  <a:lnTo>
                    <a:pt x="62608" y="83538"/>
                  </a:lnTo>
                  <a:lnTo>
                    <a:pt x="45533" y="82318"/>
                  </a:lnTo>
                  <a:lnTo>
                    <a:pt x="42118" y="82074"/>
                  </a:lnTo>
                  <a:lnTo>
                    <a:pt x="85150" y="85116"/>
                  </a:lnTo>
                  <a:lnTo>
                    <a:pt x="159005" y="89559"/>
                  </a:lnTo>
                  <a:lnTo>
                    <a:pt x="204215" y="91600"/>
                  </a:lnTo>
                  <a:lnTo>
                    <a:pt x="275591" y="93426"/>
                  </a:lnTo>
                  <a:lnTo>
                    <a:pt x="314892" y="93802"/>
                  </a:lnTo>
                  <a:lnTo>
                    <a:pt x="323795" y="93848"/>
                  </a:lnTo>
                  <a:lnTo>
                    <a:pt x="346995" y="94109"/>
                  </a:lnTo>
                  <a:lnTo>
                    <a:pt x="415221" y="96023"/>
                  </a:lnTo>
                  <a:lnTo>
                    <a:pt x="471689" y="98713"/>
                  </a:lnTo>
                  <a:lnTo>
                    <a:pt x="500907" y="100256"/>
                  </a:lnTo>
                  <a:lnTo>
                    <a:pt x="507392" y="100581"/>
                  </a:lnTo>
                  <a:lnTo>
                    <a:pt x="524651" y="101284"/>
                  </a:lnTo>
                  <a:lnTo>
                    <a:pt x="549385" y="101963"/>
                  </a:lnTo>
                  <a:lnTo>
                    <a:pt x="578297" y="102213"/>
                  </a:lnTo>
                  <a:lnTo>
                    <a:pt x="584947" y="102177"/>
                  </a:lnTo>
                  <a:lnTo>
                    <a:pt x="623313" y="101710"/>
                  </a:lnTo>
                  <a:lnTo>
                    <a:pt x="662601" y="100367"/>
                  </a:lnTo>
                  <a:lnTo>
                    <a:pt x="703964" y="97628"/>
                  </a:lnTo>
                  <a:lnTo>
                    <a:pt x="743712" y="94168"/>
                  </a:lnTo>
                  <a:lnTo>
                    <a:pt x="766320" y="92029"/>
                  </a:lnTo>
                  <a:lnTo>
                    <a:pt x="771451" y="91544"/>
                  </a:lnTo>
                  <a:lnTo>
                    <a:pt x="784494" y="90394"/>
                  </a:lnTo>
                  <a:lnTo>
                    <a:pt x="801929" y="89037"/>
                  </a:lnTo>
                  <a:lnTo>
                    <a:pt x="820233" y="87934"/>
                  </a:lnTo>
                  <a:lnTo>
                    <a:pt x="824186" y="87745"/>
                  </a:lnTo>
                  <a:lnTo>
                    <a:pt x="834300" y="87245"/>
                  </a:lnTo>
                  <a:lnTo>
                    <a:pt x="847950" y="86533"/>
                  </a:lnTo>
                  <a:lnTo>
                    <a:pt x="862516" y="85710"/>
                  </a:lnTo>
                  <a:lnTo>
                    <a:pt x="865688" y="85524"/>
                  </a:lnTo>
                  <a:lnTo>
                    <a:pt x="873743" y="85067"/>
                  </a:lnTo>
                  <a:lnTo>
                    <a:pt x="913612" y="83397"/>
                  </a:lnTo>
                  <a:lnTo>
                    <a:pt x="923744" y="83297"/>
                  </a:lnTo>
                  <a:lnTo>
                    <a:pt x="937390" y="83297"/>
                  </a:lnTo>
                  <a:lnTo>
                    <a:pt x="948679" y="82238"/>
                  </a:lnTo>
                  <a:lnTo>
                    <a:pt x="959967" y="81180"/>
                  </a:lnTo>
                  <a:lnTo>
                    <a:pt x="971202" y="81180"/>
                  </a:lnTo>
                  <a:lnTo>
                    <a:pt x="973206" y="81180"/>
                  </a:lnTo>
                  <a:lnTo>
                    <a:pt x="1026037" y="81180"/>
                  </a:lnTo>
                  <a:lnTo>
                    <a:pt x="1048749" y="81180"/>
                  </a:lnTo>
                  <a:lnTo>
                    <a:pt x="1070397" y="81180"/>
                  </a:lnTo>
                  <a:lnTo>
                    <a:pt x="1092115" y="81180"/>
                  </a:lnTo>
                  <a:lnTo>
                    <a:pt x="1116427" y="81180"/>
                  </a:lnTo>
                  <a:lnTo>
                    <a:pt x="1118723" y="81160"/>
                  </a:lnTo>
                  <a:lnTo>
                    <a:pt x="1158874" y="77410"/>
                  </a:lnTo>
                  <a:lnTo>
                    <a:pt x="1196026" y="68760"/>
                  </a:lnTo>
                  <a:lnTo>
                    <a:pt x="1227705" y="59196"/>
                  </a:lnTo>
                  <a:lnTo>
                    <a:pt x="1234772" y="56988"/>
                  </a:lnTo>
                  <a:lnTo>
                    <a:pt x="1272222" y="47835"/>
                  </a:lnTo>
                  <a:lnTo>
                    <a:pt x="1280920" y="46087"/>
                  </a:lnTo>
                  <a:lnTo>
                    <a:pt x="1318498" y="36802"/>
                  </a:lnTo>
                  <a:lnTo>
                    <a:pt x="1330922" y="33095"/>
                  </a:lnTo>
                  <a:lnTo>
                    <a:pt x="1337835" y="31012"/>
                  </a:lnTo>
                  <a:lnTo>
                    <a:pt x="1382638" y="18420"/>
                  </a:lnTo>
                  <a:lnTo>
                    <a:pt x="1395460" y="15734"/>
                  </a:lnTo>
                  <a:lnTo>
                    <a:pt x="1401320" y="14453"/>
                  </a:lnTo>
                  <a:lnTo>
                    <a:pt x="1409430" y="12395"/>
                  </a:lnTo>
                  <a:lnTo>
                    <a:pt x="1418438" y="9621"/>
                  </a:lnTo>
                  <a:lnTo>
                    <a:pt x="1430446" y="5473"/>
                  </a:lnTo>
                  <a:lnTo>
                    <a:pt x="1442998" y="4170"/>
                  </a:lnTo>
                  <a:lnTo>
                    <a:pt x="1445255" y="3933"/>
                  </a:lnTo>
                  <a:lnTo>
                    <a:pt x="1451645" y="3254"/>
                  </a:lnTo>
                  <a:lnTo>
                    <a:pt x="1461592" y="2178"/>
                  </a:lnTo>
                  <a:lnTo>
                    <a:pt x="1474522" y="751"/>
                  </a:lnTo>
                  <a:lnTo>
                    <a:pt x="1477952" y="458"/>
                  </a:lnTo>
                  <a:lnTo>
                    <a:pt x="1487734" y="0"/>
                  </a:lnTo>
                  <a:lnTo>
                    <a:pt x="1503107" y="2"/>
                  </a:lnTo>
                  <a:lnTo>
                    <a:pt x="1523306" y="1092"/>
                  </a:lnTo>
                  <a:lnTo>
                    <a:pt x="1528281" y="1554"/>
                  </a:lnTo>
                  <a:lnTo>
                    <a:pt x="1540749" y="2940"/>
                  </a:lnTo>
                  <a:lnTo>
                    <a:pt x="1557021" y="5254"/>
                  </a:lnTo>
                  <a:lnTo>
                    <a:pt x="1573410" y="8500"/>
                  </a:lnTo>
                  <a:lnTo>
                    <a:pt x="1593702" y="13449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>
              <a:hlinkClick r:id="rId3"/>
            </p:cNvPr>
            <p:cNvSpPr/>
            <p:nvPr/>
          </p:nvSpPr>
          <p:spPr>
            <a:xfrm>
              <a:off x="9493428" y="6101630"/>
              <a:ext cx="1140460" cy="48895"/>
            </a:xfrm>
            <a:custGeom>
              <a:avLst/>
              <a:gdLst/>
              <a:ahLst/>
              <a:cxnLst/>
              <a:rect l="l" t="t" r="r" b="b"/>
              <a:pathLst>
                <a:path w="1140459" h="48895">
                  <a:moveTo>
                    <a:pt x="0" y="21165"/>
                  </a:moveTo>
                  <a:lnTo>
                    <a:pt x="46590" y="18496"/>
                  </a:lnTo>
                  <a:lnTo>
                    <a:pt x="40038" y="18871"/>
                  </a:lnTo>
                  <a:lnTo>
                    <a:pt x="29119" y="19497"/>
                  </a:lnTo>
                  <a:lnTo>
                    <a:pt x="76207" y="16819"/>
                  </a:lnTo>
                  <a:lnTo>
                    <a:pt x="143747" y="13089"/>
                  </a:lnTo>
                  <a:lnTo>
                    <a:pt x="152296" y="12620"/>
                  </a:lnTo>
                  <a:lnTo>
                    <a:pt x="174213" y="11388"/>
                  </a:lnTo>
                  <a:lnTo>
                    <a:pt x="203906" y="9656"/>
                  </a:lnTo>
                  <a:lnTo>
                    <a:pt x="235779" y="7690"/>
                  </a:lnTo>
                  <a:lnTo>
                    <a:pt x="242885" y="7240"/>
                  </a:lnTo>
                  <a:lnTo>
                    <a:pt x="261528" y="6090"/>
                  </a:lnTo>
                  <a:lnTo>
                    <a:pt x="317364" y="2880"/>
                  </a:lnTo>
                  <a:lnTo>
                    <a:pt x="369223" y="913"/>
                  </a:lnTo>
                  <a:lnTo>
                    <a:pt x="407349" y="309"/>
                  </a:lnTo>
                  <a:lnTo>
                    <a:pt x="449830" y="57"/>
                  </a:lnTo>
                  <a:lnTo>
                    <a:pt x="475184" y="0"/>
                  </a:lnTo>
                  <a:lnTo>
                    <a:pt x="480750" y="0"/>
                  </a:lnTo>
                  <a:lnTo>
                    <a:pt x="495466" y="0"/>
                  </a:lnTo>
                  <a:lnTo>
                    <a:pt x="750697" y="0"/>
                  </a:lnTo>
                  <a:lnTo>
                    <a:pt x="774393" y="0"/>
                  </a:lnTo>
                  <a:lnTo>
                    <a:pt x="864055" y="0"/>
                  </a:lnTo>
                  <a:lnTo>
                    <a:pt x="867419" y="23"/>
                  </a:lnTo>
                  <a:lnTo>
                    <a:pt x="876239" y="187"/>
                  </a:lnTo>
                  <a:lnTo>
                    <a:pt x="888602" y="634"/>
                  </a:lnTo>
                  <a:lnTo>
                    <a:pt x="902599" y="1503"/>
                  </a:lnTo>
                  <a:lnTo>
                    <a:pt x="905893" y="1757"/>
                  </a:lnTo>
                  <a:lnTo>
                    <a:pt x="914769" y="2403"/>
                  </a:lnTo>
                  <a:lnTo>
                    <a:pt x="927724" y="3270"/>
                  </a:lnTo>
                  <a:lnTo>
                    <a:pt x="943253" y="4188"/>
                  </a:lnTo>
                  <a:lnTo>
                    <a:pt x="946915" y="4406"/>
                  </a:lnTo>
                  <a:lnTo>
                    <a:pt x="984915" y="7965"/>
                  </a:lnTo>
                  <a:lnTo>
                    <a:pt x="1028445" y="16646"/>
                  </a:lnTo>
                  <a:lnTo>
                    <a:pt x="1070824" y="27807"/>
                  </a:lnTo>
                  <a:lnTo>
                    <a:pt x="1099092" y="36127"/>
                  </a:lnTo>
                  <a:lnTo>
                    <a:pt x="1139932" y="48632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063605" cy="6435725"/>
          </a:xfrm>
          <a:custGeom>
            <a:avLst/>
            <a:gdLst/>
            <a:ahLst/>
            <a:cxnLst/>
            <a:rect l="l" t="t" r="r" b="b"/>
            <a:pathLst>
              <a:path w="11063605" h="6435725">
                <a:moveTo>
                  <a:pt x="11063486" y="0"/>
                </a:moveTo>
                <a:lnTo>
                  <a:pt x="0" y="0"/>
                </a:lnTo>
                <a:lnTo>
                  <a:pt x="0" y="6435261"/>
                </a:lnTo>
                <a:lnTo>
                  <a:pt x="11063486" y="6435261"/>
                </a:lnTo>
                <a:lnTo>
                  <a:pt x="11063486" y="0"/>
                </a:lnTo>
                <a:close/>
              </a:path>
            </a:pathLst>
          </a:custGeom>
          <a:solidFill>
            <a:srgbClr val="090909">
              <a:alpha val="948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5"/>
            <a:ext cx="4148807" cy="643501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687843" y="439059"/>
            <a:ext cx="5226685" cy="1040130"/>
          </a:xfrm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ts val="4070"/>
              </a:lnSpc>
              <a:spcBef>
                <a:spcPts val="45"/>
              </a:spcBef>
            </a:pPr>
            <a:r>
              <a:rPr dirty="0" sz="3250" spc="515"/>
              <a:t>Application:</a:t>
            </a:r>
            <a:r>
              <a:rPr dirty="0" sz="3250" spc="-204"/>
              <a:t> </a:t>
            </a:r>
            <a:r>
              <a:rPr dirty="0" sz="3250" spc="565"/>
              <a:t>Function </a:t>
            </a:r>
            <a:r>
              <a:rPr dirty="0" sz="3250" spc="509"/>
              <a:t>Calls</a:t>
            </a:r>
            <a:endParaRPr sz="3250"/>
          </a:p>
        </p:txBody>
      </p:sp>
      <p:sp>
        <p:nvSpPr>
          <p:cNvPr id="5" name="object 5"/>
          <p:cNvSpPr txBox="1"/>
          <p:nvPr/>
        </p:nvSpPr>
        <p:spPr>
          <a:xfrm>
            <a:off x="4687842" y="1641475"/>
            <a:ext cx="5453380" cy="791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>
              <a:lnSpc>
                <a:spcPct val="133100"/>
              </a:lnSpc>
              <a:spcBef>
                <a:spcPts val="135"/>
              </a:spcBef>
            </a:pP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When a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program 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runs,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the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computer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uses a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Call</a:t>
            </a:r>
            <a:r>
              <a:rPr dirty="0" sz="1250" spc="-3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65" b="1">
                <a:solidFill>
                  <a:srgbClr val="FFE5E5"/>
                </a:solidFill>
                <a:latin typeface="Trebuchet MS"/>
                <a:cs typeface="Trebuchet MS"/>
              </a:rPr>
              <a:t>Stack</a:t>
            </a:r>
            <a:r>
              <a:rPr dirty="0" sz="1250" spc="2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manage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function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execution.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Each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time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function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is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called,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it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is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pushed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;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when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it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finishes,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it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25">
                <a:solidFill>
                  <a:srgbClr val="FFE5E5"/>
                </a:solidFill>
                <a:latin typeface="Tahoma"/>
                <a:cs typeface="Tahoma"/>
              </a:rPr>
              <a:t>is </a:t>
            </a:r>
            <a:r>
              <a:rPr dirty="0" sz="1250" spc="65" b="1">
                <a:solidFill>
                  <a:srgbClr val="FFE5E5"/>
                </a:solidFill>
                <a:latin typeface="Trebuchet MS"/>
                <a:cs typeface="Trebuchet MS"/>
              </a:rPr>
              <a:t>popped</a:t>
            </a:r>
            <a:r>
              <a:rPr dirty="0" sz="1250" spc="2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390">
                <a:solidFill>
                  <a:srgbClr val="FFE5E5"/>
                </a:solidFill>
                <a:latin typeface="Tahoma"/>
                <a:cs typeface="Tahoma"/>
              </a:rPr>
              <a:t>4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ensuring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program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always</a:t>
            </a:r>
            <a:r>
              <a:rPr dirty="0" sz="1250" spc="1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returns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right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place.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29224" y="2727840"/>
            <a:ext cx="4347502" cy="152295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03678" y="4561420"/>
            <a:ext cx="889000" cy="4864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64465" marR="5080" indent="-152400">
              <a:lnSpc>
                <a:spcPct val="108000"/>
              </a:lnSpc>
              <a:spcBef>
                <a:spcPts val="90"/>
              </a:spcBef>
            </a:pPr>
            <a:r>
              <a:rPr dirty="0" sz="1400" spc="250">
                <a:solidFill>
                  <a:srgbClr val="FFE5E5"/>
                </a:solidFill>
                <a:latin typeface="Arial MT"/>
                <a:cs typeface="Arial MT"/>
              </a:rPr>
              <a:t>Returns </a:t>
            </a:r>
            <a:r>
              <a:rPr dirty="0" sz="1400" spc="170">
                <a:solidFill>
                  <a:srgbClr val="FFE5E5"/>
                </a:solidFill>
                <a:latin typeface="Arial MT"/>
                <a:cs typeface="Arial MT"/>
              </a:rPr>
              <a:t>(Pop)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2418" y="4688793"/>
            <a:ext cx="104457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265">
                <a:solidFill>
                  <a:srgbClr val="FFE5E5"/>
                </a:solidFill>
                <a:latin typeface="Arial MT"/>
                <a:cs typeface="Arial MT"/>
              </a:rPr>
              <a:t>Executes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42453" y="4561420"/>
            <a:ext cx="711835" cy="4864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9050" marR="5080" indent="-6985">
              <a:lnSpc>
                <a:spcPct val="108000"/>
              </a:lnSpc>
              <a:spcBef>
                <a:spcPts val="90"/>
              </a:spcBef>
            </a:pPr>
            <a:r>
              <a:rPr dirty="0" sz="1400" spc="220">
                <a:solidFill>
                  <a:srgbClr val="FFE5E5"/>
                </a:solidFill>
                <a:latin typeface="Arial MT"/>
                <a:cs typeface="Arial MT"/>
              </a:rPr>
              <a:t>Called </a:t>
            </a:r>
            <a:r>
              <a:rPr dirty="0" sz="1400" spc="180">
                <a:solidFill>
                  <a:srgbClr val="FFE5E5"/>
                </a:solidFill>
                <a:latin typeface="Arial MT"/>
                <a:cs typeface="Arial MT"/>
              </a:rPr>
              <a:t>(Push)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7836" y="5430724"/>
            <a:ext cx="5638800" cy="542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500"/>
              </a:lnSpc>
              <a:spcBef>
                <a:spcPts val="100"/>
              </a:spcBef>
            </a:pP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This</a:t>
            </a:r>
            <a:r>
              <a:rPr dirty="0" sz="1250" spc="2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is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why</a:t>
            </a:r>
            <a:r>
              <a:rPr dirty="0" sz="1250" spc="2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10" b="1">
                <a:solidFill>
                  <a:srgbClr val="FFE5E5"/>
                </a:solidFill>
                <a:latin typeface="Trebuchet MS"/>
                <a:cs typeface="Trebuchet MS"/>
              </a:rPr>
              <a:t>infinite</a:t>
            </a:r>
            <a:r>
              <a:rPr dirty="0" sz="1250" spc="-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recursion</a:t>
            </a:r>
            <a:r>
              <a:rPr dirty="0" sz="1250" spc="4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causes</a:t>
            </a:r>
            <a:r>
              <a:rPr dirty="0" sz="1250" spc="2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"Stack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Overflow"</a:t>
            </a:r>
            <a:r>
              <a:rPr dirty="0" sz="1250" spc="2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390">
                <a:solidFill>
                  <a:srgbClr val="FFE5E5"/>
                </a:solidFill>
                <a:latin typeface="Tahoma"/>
                <a:cs typeface="Tahoma"/>
              </a:rPr>
              <a:t>4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call</a:t>
            </a:r>
            <a:r>
              <a:rPr dirty="0" sz="1250" spc="2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stack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20">
                <a:solidFill>
                  <a:srgbClr val="FFE5E5"/>
                </a:solidFill>
                <a:latin typeface="Tahoma"/>
                <a:cs typeface="Tahoma"/>
              </a:rPr>
              <a:t>runs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out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of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space!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891945" y="5831242"/>
            <a:ext cx="2263775" cy="739775"/>
            <a:chOff x="8891945" y="5831242"/>
            <a:chExt cx="2263775" cy="739775"/>
          </a:xfrm>
        </p:grpSpPr>
        <p:pic>
          <p:nvPicPr>
            <p:cNvPr id="12" name="object 12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73045" y="5942567"/>
              <a:ext cx="1698245" cy="405661"/>
            </a:xfrm>
            <a:prstGeom prst="rect">
              <a:avLst/>
            </a:prstGeom>
          </p:spPr>
        </p:pic>
        <p:sp>
          <p:nvSpPr>
            <p:cNvPr id="13" name="object 13">
              <a:hlinkClick r:id="rId4"/>
            </p:cNvPr>
            <p:cNvSpPr/>
            <p:nvPr/>
          </p:nvSpPr>
          <p:spPr>
            <a:xfrm>
              <a:off x="9112190" y="6051487"/>
              <a:ext cx="1666875" cy="182880"/>
            </a:xfrm>
            <a:custGeom>
              <a:avLst/>
              <a:gdLst/>
              <a:ahLst/>
              <a:cxnLst/>
              <a:rect l="l" t="t" r="r" b="b"/>
              <a:pathLst>
                <a:path w="1666875" h="182879">
                  <a:moveTo>
                    <a:pt x="0" y="182334"/>
                  </a:moveTo>
                  <a:lnTo>
                    <a:pt x="79897" y="181310"/>
                  </a:lnTo>
                  <a:lnTo>
                    <a:pt x="126381" y="180670"/>
                  </a:lnTo>
                  <a:lnTo>
                    <a:pt x="169368" y="180013"/>
                  </a:lnTo>
                  <a:lnTo>
                    <a:pt x="212081" y="179261"/>
                  </a:lnTo>
                  <a:lnTo>
                    <a:pt x="221029" y="179093"/>
                  </a:lnTo>
                  <a:lnTo>
                    <a:pt x="244456" y="178689"/>
                  </a:lnTo>
                  <a:lnTo>
                    <a:pt x="314222" y="177757"/>
                  </a:lnTo>
                  <a:lnTo>
                    <a:pt x="373437" y="177300"/>
                  </a:lnTo>
                  <a:lnTo>
                    <a:pt x="404729" y="177152"/>
                  </a:lnTo>
                  <a:lnTo>
                    <a:pt x="411797" y="177073"/>
                  </a:lnTo>
                  <a:lnTo>
                    <a:pt x="430784" y="176612"/>
                  </a:lnTo>
                  <a:lnTo>
                    <a:pt x="458366" y="175435"/>
                  </a:lnTo>
                  <a:lnTo>
                    <a:pt x="491219" y="173208"/>
                  </a:lnTo>
                  <a:lnTo>
                    <a:pt x="499090" y="172558"/>
                  </a:lnTo>
                  <a:lnTo>
                    <a:pt x="519807" y="170868"/>
                  </a:lnTo>
                  <a:lnTo>
                    <a:pt x="549030" y="168530"/>
                  </a:lnTo>
                  <a:lnTo>
                    <a:pt x="582414" y="165937"/>
                  </a:lnTo>
                  <a:lnTo>
                    <a:pt x="590115" y="165337"/>
                  </a:lnTo>
                  <a:lnTo>
                    <a:pt x="637290" y="161394"/>
                  </a:lnTo>
                  <a:lnTo>
                    <a:pt x="691097" y="156236"/>
                  </a:lnTo>
                  <a:lnTo>
                    <a:pt x="740721" y="151132"/>
                  </a:lnTo>
                  <a:lnTo>
                    <a:pt x="781698" y="146776"/>
                  </a:lnTo>
                  <a:lnTo>
                    <a:pt x="822462" y="142179"/>
                  </a:lnTo>
                  <a:lnTo>
                    <a:pt x="868170" y="135627"/>
                  </a:lnTo>
                  <a:lnTo>
                    <a:pt x="874171" y="134693"/>
                  </a:lnTo>
                  <a:lnTo>
                    <a:pt x="889302" y="132461"/>
                  </a:lnTo>
                  <a:lnTo>
                    <a:pt x="909251" y="129781"/>
                  </a:lnTo>
                  <a:lnTo>
                    <a:pt x="929708" y="127504"/>
                  </a:lnTo>
                  <a:lnTo>
                    <a:pt x="933986" y="127098"/>
                  </a:lnTo>
                  <a:lnTo>
                    <a:pt x="944659" y="126047"/>
                  </a:lnTo>
                  <a:lnTo>
                    <a:pt x="982663" y="121711"/>
                  </a:lnTo>
                  <a:lnTo>
                    <a:pt x="1024184" y="115750"/>
                  </a:lnTo>
                  <a:lnTo>
                    <a:pt x="1033660" y="113664"/>
                  </a:lnTo>
                  <a:lnTo>
                    <a:pt x="1045638" y="110629"/>
                  </a:lnTo>
                  <a:lnTo>
                    <a:pt x="1057310" y="108580"/>
                  </a:lnTo>
                  <a:lnTo>
                    <a:pt x="1068983" y="106532"/>
                  </a:lnTo>
                  <a:lnTo>
                    <a:pt x="1080778" y="105338"/>
                  </a:lnTo>
                  <a:lnTo>
                    <a:pt x="1092573" y="104144"/>
                  </a:lnTo>
                  <a:lnTo>
                    <a:pt x="1103028" y="102265"/>
                  </a:lnTo>
                  <a:lnTo>
                    <a:pt x="1104954" y="101923"/>
                  </a:lnTo>
                  <a:lnTo>
                    <a:pt x="1143116" y="95520"/>
                  </a:lnTo>
                  <a:lnTo>
                    <a:pt x="1163452" y="92191"/>
                  </a:lnTo>
                  <a:lnTo>
                    <a:pt x="1176003" y="90142"/>
                  </a:lnTo>
                  <a:lnTo>
                    <a:pt x="1186467" y="88094"/>
                  </a:lnTo>
                  <a:lnTo>
                    <a:pt x="1196930" y="86045"/>
                  </a:lnTo>
                  <a:lnTo>
                    <a:pt x="1207642" y="84394"/>
                  </a:lnTo>
                  <a:lnTo>
                    <a:pt x="1218354" y="82742"/>
                  </a:lnTo>
                  <a:lnTo>
                    <a:pt x="1228781" y="80601"/>
                  </a:lnTo>
                  <a:lnTo>
                    <a:pt x="1239206" y="78461"/>
                  </a:lnTo>
                  <a:lnTo>
                    <a:pt x="1252285" y="75251"/>
                  </a:lnTo>
                  <a:lnTo>
                    <a:pt x="1265363" y="72041"/>
                  </a:lnTo>
                  <a:lnTo>
                    <a:pt x="1276346" y="67848"/>
                  </a:lnTo>
                  <a:lnTo>
                    <a:pt x="1318937" y="54218"/>
                  </a:lnTo>
                  <a:lnTo>
                    <a:pt x="1336520" y="50425"/>
                  </a:lnTo>
                  <a:lnTo>
                    <a:pt x="1345956" y="48505"/>
                  </a:lnTo>
                  <a:lnTo>
                    <a:pt x="1386236" y="39995"/>
                  </a:lnTo>
                  <a:lnTo>
                    <a:pt x="1408577" y="34712"/>
                  </a:lnTo>
                  <a:lnTo>
                    <a:pt x="1414671" y="33174"/>
                  </a:lnTo>
                  <a:lnTo>
                    <a:pt x="1460395" y="22256"/>
                  </a:lnTo>
                  <a:lnTo>
                    <a:pt x="1498619" y="15446"/>
                  </a:lnTo>
                  <a:lnTo>
                    <a:pt x="1501333" y="15031"/>
                  </a:lnTo>
                  <a:lnTo>
                    <a:pt x="1509584" y="13729"/>
                  </a:lnTo>
                  <a:lnTo>
                    <a:pt x="1523538" y="11458"/>
                  </a:lnTo>
                  <a:lnTo>
                    <a:pt x="1543360" y="8133"/>
                  </a:lnTo>
                  <a:lnTo>
                    <a:pt x="1548837" y="7302"/>
                  </a:lnTo>
                  <a:lnTo>
                    <a:pt x="1564365" y="5362"/>
                  </a:lnTo>
                  <a:lnTo>
                    <a:pt x="1588590" y="3144"/>
                  </a:lnTo>
                  <a:lnTo>
                    <a:pt x="1620156" y="1480"/>
                  </a:lnTo>
                  <a:lnTo>
                    <a:pt x="1666538" y="0"/>
                  </a:lnTo>
                </a:path>
              </a:pathLst>
            </a:custGeom>
            <a:ln w="4404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>
              <a:hlinkClick r:id="rId4"/>
            </p:cNvPr>
            <p:cNvSpPr/>
            <p:nvPr/>
          </p:nvSpPr>
          <p:spPr>
            <a:xfrm>
              <a:off x="9344707" y="6071974"/>
              <a:ext cx="1210945" cy="108585"/>
            </a:xfrm>
            <a:custGeom>
              <a:avLst/>
              <a:gdLst/>
              <a:ahLst/>
              <a:cxnLst/>
              <a:rect l="l" t="t" r="r" b="b"/>
              <a:pathLst>
                <a:path w="1210945" h="108585">
                  <a:moveTo>
                    <a:pt x="0" y="108580"/>
                  </a:moveTo>
                  <a:lnTo>
                    <a:pt x="47357" y="103876"/>
                  </a:lnTo>
                  <a:lnTo>
                    <a:pt x="116156" y="96517"/>
                  </a:lnTo>
                  <a:lnTo>
                    <a:pt x="163077" y="91137"/>
                  </a:lnTo>
                  <a:lnTo>
                    <a:pt x="174635" y="89841"/>
                  </a:lnTo>
                  <a:lnTo>
                    <a:pt x="204270" y="86794"/>
                  </a:lnTo>
                  <a:lnTo>
                    <a:pt x="244424" y="83257"/>
                  </a:lnTo>
                  <a:lnTo>
                    <a:pt x="287540" y="80493"/>
                  </a:lnTo>
                  <a:lnTo>
                    <a:pt x="297280" y="79981"/>
                  </a:lnTo>
                  <a:lnTo>
                    <a:pt x="323389" y="78349"/>
                  </a:lnTo>
                  <a:lnTo>
                    <a:pt x="361194" y="75459"/>
                  </a:lnTo>
                  <a:lnTo>
                    <a:pt x="406025" y="71170"/>
                  </a:lnTo>
                  <a:lnTo>
                    <a:pt x="416509" y="70056"/>
                  </a:lnTo>
                  <a:lnTo>
                    <a:pt x="443109" y="67296"/>
                  </a:lnTo>
                  <a:lnTo>
                    <a:pt x="515551" y="60319"/>
                  </a:lnTo>
                  <a:lnTo>
                    <a:pt x="574570" y="55527"/>
                  </a:lnTo>
                  <a:lnTo>
                    <a:pt x="616149" y="52572"/>
                  </a:lnTo>
                  <a:lnTo>
                    <a:pt x="666257" y="49290"/>
                  </a:lnTo>
                  <a:lnTo>
                    <a:pt x="707771" y="46670"/>
                  </a:lnTo>
                  <a:lnTo>
                    <a:pt x="727047" y="45423"/>
                  </a:lnTo>
                  <a:lnTo>
                    <a:pt x="777394" y="41888"/>
                  </a:lnTo>
                  <a:lnTo>
                    <a:pt x="833861" y="37378"/>
                  </a:lnTo>
                  <a:lnTo>
                    <a:pt x="884759" y="30110"/>
                  </a:lnTo>
                  <a:lnTo>
                    <a:pt x="889160" y="29242"/>
                  </a:lnTo>
                  <a:lnTo>
                    <a:pt x="900776" y="27040"/>
                  </a:lnTo>
                  <a:lnTo>
                    <a:pt x="917225" y="24106"/>
                  </a:lnTo>
                  <a:lnTo>
                    <a:pt x="936124" y="21043"/>
                  </a:lnTo>
                  <a:lnTo>
                    <a:pt x="940527" y="20365"/>
                  </a:lnTo>
                  <a:lnTo>
                    <a:pt x="952022" y="18552"/>
                  </a:lnTo>
                  <a:lnTo>
                    <a:pt x="968036" y="15929"/>
                  </a:lnTo>
                  <a:lnTo>
                    <a:pt x="985995" y="12826"/>
                  </a:lnTo>
                  <a:lnTo>
                    <a:pt x="990778" y="12166"/>
                  </a:lnTo>
                  <a:lnTo>
                    <a:pt x="1006180" y="10778"/>
                  </a:lnTo>
                  <a:lnTo>
                    <a:pt x="1033782" y="9552"/>
                  </a:lnTo>
                  <a:lnTo>
                    <a:pt x="1075168" y="9378"/>
                  </a:lnTo>
                  <a:lnTo>
                    <a:pt x="1085886" y="9433"/>
                  </a:lnTo>
                  <a:lnTo>
                    <a:pt x="1112109" y="9171"/>
                  </a:lnTo>
                  <a:lnTo>
                    <a:pt x="1144941" y="7948"/>
                  </a:lnTo>
                  <a:lnTo>
                    <a:pt x="1175483" y="5122"/>
                  </a:lnTo>
                  <a:lnTo>
                    <a:pt x="1210724" y="0"/>
                  </a:lnTo>
                </a:path>
              </a:pathLst>
            </a:custGeom>
            <a:ln w="4404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415103" y="6320525"/>
              <a:ext cx="520700" cy="30480"/>
            </a:xfrm>
            <a:custGeom>
              <a:avLst/>
              <a:gdLst/>
              <a:ahLst/>
              <a:cxnLst/>
              <a:rect l="l" t="t" r="r" b="b"/>
              <a:pathLst>
                <a:path w="520700" h="30479">
                  <a:moveTo>
                    <a:pt x="0" y="26003"/>
                  </a:moveTo>
                  <a:lnTo>
                    <a:pt x="30728" y="28052"/>
                  </a:lnTo>
                  <a:lnTo>
                    <a:pt x="26407" y="27764"/>
                  </a:lnTo>
                  <a:lnTo>
                    <a:pt x="19205" y="27284"/>
                  </a:lnTo>
                  <a:lnTo>
                    <a:pt x="17765" y="27188"/>
                  </a:lnTo>
                  <a:lnTo>
                    <a:pt x="30728" y="28052"/>
                  </a:lnTo>
                  <a:lnTo>
                    <a:pt x="35990" y="28372"/>
                  </a:lnTo>
                  <a:lnTo>
                    <a:pt x="49774" y="29077"/>
                  </a:lnTo>
                  <a:lnTo>
                    <a:pt x="69081" y="29781"/>
                  </a:lnTo>
                  <a:lnTo>
                    <a:pt x="90911" y="30101"/>
                  </a:lnTo>
                  <a:lnTo>
                    <a:pt x="96412" y="30101"/>
                  </a:lnTo>
                  <a:lnTo>
                    <a:pt x="112834" y="30101"/>
                  </a:lnTo>
                  <a:lnTo>
                    <a:pt x="140052" y="30101"/>
                  </a:lnTo>
                  <a:lnTo>
                    <a:pt x="177941" y="30101"/>
                  </a:lnTo>
                  <a:lnTo>
                    <a:pt x="187668" y="30098"/>
                  </a:lnTo>
                  <a:lnTo>
                    <a:pt x="246258" y="30014"/>
                  </a:lnTo>
                  <a:lnTo>
                    <a:pt x="290168" y="29748"/>
                  </a:lnTo>
                  <a:lnTo>
                    <a:pt x="336784" y="26658"/>
                  </a:lnTo>
                  <a:lnTo>
                    <a:pt x="370639" y="21304"/>
                  </a:lnTo>
                  <a:lnTo>
                    <a:pt x="385821" y="18868"/>
                  </a:lnTo>
                  <a:lnTo>
                    <a:pt x="406067" y="16532"/>
                  </a:lnTo>
                  <a:lnTo>
                    <a:pt x="427239" y="15707"/>
                  </a:lnTo>
                  <a:lnTo>
                    <a:pt x="431782" y="15652"/>
                  </a:lnTo>
                  <a:lnTo>
                    <a:pt x="443324" y="14870"/>
                  </a:lnTo>
                  <a:lnTo>
                    <a:pt x="458737" y="12432"/>
                  </a:lnTo>
                  <a:lnTo>
                    <a:pt x="474892" y="7410"/>
                  </a:lnTo>
                  <a:lnTo>
                    <a:pt x="478312" y="6053"/>
                  </a:lnTo>
                  <a:lnTo>
                    <a:pt x="486765" y="3173"/>
                  </a:lnTo>
                  <a:lnTo>
                    <a:pt x="497544" y="559"/>
                  </a:lnTo>
                  <a:lnTo>
                    <a:pt x="507940" y="0"/>
                  </a:lnTo>
                  <a:lnTo>
                    <a:pt x="520344" y="1419"/>
                  </a:lnTo>
                </a:path>
              </a:pathLst>
            </a:custGeom>
            <a:ln w="4404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12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pc="625"/>
              <a:t>Summary:</a:t>
            </a:r>
            <a:r>
              <a:rPr dirty="0" spc="-245"/>
              <a:t> </a:t>
            </a:r>
            <a:r>
              <a:rPr dirty="0" spc="750"/>
              <a:t>Stacks</a:t>
            </a:r>
            <a:r>
              <a:rPr dirty="0" spc="-245"/>
              <a:t> </a:t>
            </a:r>
            <a:r>
              <a:rPr dirty="0" spc="670"/>
              <a:t>Made</a:t>
            </a:r>
            <a:r>
              <a:rPr dirty="0" spc="-245"/>
              <a:t> </a:t>
            </a:r>
            <a:r>
              <a:rPr dirty="0" spc="540"/>
              <a:t>Easy!</a:t>
            </a:r>
            <a:r>
              <a:rPr dirty="0" sz="3700" spc="5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endParaRPr sz="37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288" y="1920534"/>
            <a:ext cx="340058" cy="3133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7311" y="2439987"/>
            <a:ext cx="3873500" cy="5962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315">
                <a:solidFill>
                  <a:srgbClr val="FFE5E5"/>
                </a:solidFill>
                <a:latin typeface="Arial MT"/>
                <a:cs typeface="Arial MT"/>
              </a:rPr>
              <a:t>What</a:t>
            </a:r>
            <a:r>
              <a:rPr dirty="0" sz="1650" spc="-12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295">
                <a:solidFill>
                  <a:srgbClr val="FFE5E5"/>
                </a:solidFill>
                <a:latin typeface="Arial MT"/>
                <a:cs typeface="Arial MT"/>
              </a:rPr>
              <a:t>is</a:t>
            </a:r>
            <a:r>
              <a:rPr dirty="0" sz="1650" spc="-12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35">
                <a:solidFill>
                  <a:srgbClr val="FFE5E5"/>
                </a:solidFill>
                <a:latin typeface="Arial MT"/>
                <a:cs typeface="Arial MT"/>
              </a:rPr>
              <a:t>a</a:t>
            </a:r>
            <a:r>
              <a:rPr dirty="0" sz="1650" spc="-12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80">
                <a:solidFill>
                  <a:srgbClr val="FFE5E5"/>
                </a:solidFill>
                <a:latin typeface="Arial MT"/>
                <a:cs typeface="Arial MT"/>
              </a:rPr>
              <a:t>Stack?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250" spc="95">
                <a:solidFill>
                  <a:srgbClr val="FFE5E5"/>
                </a:solidFill>
                <a:latin typeface="Tahoma"/>
                <a:cs typeface="Tahoma"/>
              </a:rPr>
              <a:t>A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linear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structure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following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LIFO</a:t>
            </a:r>
            <a:r>
              <a:rPr dirty="0" sz="1250" spc="4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425">
                <a:solidFill>
                  <a:srgbClr val="FFE5E5"/>
                </a:solidFill>
                <a:latin typeface="Tahoma"/>
                <a:cs typeface="Tahoma"/>
              </a:rPr>
              <a:t>4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Last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100">
                <a:solidFill>
                  <a:srgbClr val="FFE5E5"/>
                </a:solidFill>
                <a:latin typeface="Tahoma"/>
                <a:cs typeface="Tahoma"/>
              </a:rPr>
              <a:t>In,</a:t>
            </a:r>
            <a:r>
              <a:rPr dirty="0" sz="1250" spc="3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First</a:t>
            </a:r>
            <a:r>
              <a:rPr dirty="0" sz="1250" spc="3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40">
                <a:solidFill>
                  <a:srgbClr val="FFE5E5"/>
                </a:solidFill>
                <a:latin typeface="Tahoma"/>
                <a:cs typeface="Tahoma"/>
              </a:rPr>
              <a:t>Out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57875" y="1914813"/>
            <a:ext cx="249554" cy="325755"/>
          </a:xfrm>
          <a:custGeom>
            <a:avLst/>
            <a:gdLst/>
            <a:ahLst/>
            <a:cxnLst/>
            <a:rect l="l" t="t" r="r" b="b"/>
            <a:pathLst>
              <a:path w="249554" h="325755">
                <a:moveTo>
                  <a:pt x="0" y="118468"/>
                </a:moveTo>
                <a:lnTo>
                  <a:pt x="113030" y="5921"/>
                </a:lnTo>
              </a:path>
              <a:path w="249554" h="325755">
                <a:moveTo>
                  <a:pt x="124460" y="65128"/>
                </a:moveTo>
                <a:lnTo>
                  <a:pt x="124574" y="325351"/>
                </a:lnTo>
              </a:path>
              <a:path w="249554" h="325755">
                <a:moveTo>
                  <a:pt x="113030" y="5921"/>
                </a:moveTo>
                <a:lnTo>
                  <a:pt x="119531" y="552"/>
                </a:lnTo>
                <a:lnTo>
                  <a:pt x="127011" y="0"/>
                </a:lnTo>
                <a:lnTo>
                  <a:pt x="134259" y="3196"/>
                </a:lnTo>
                <a:lnTo>
                  <a:pt x="140068" y="9070"/>
                </a:lnTo>
                <a:lnTo>
                  <a:pt x="249440" y="117909"/>
                </a:lnTo>
              </a:path>
            </a:pathLst>
          </a:custGeom>
          <a:ln w="14497">
            <a:solidFill>
              <a:srgbClr val="C9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804103" y="2439987"/>
            <a:ext cx="4502150" cy="5962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315">
                <a:solidFill>
                  <a:srgbClr val="FFE5E5"/>
                </a:solidFill>
                <a:latin typeface="Arial MT"/>
                <a:cs typeface="Arial MT"/>
              </a:rPr>
              <a:t>Push</a:t>
            </a:r>
            <a:r>
              <a:rPr dirty="0" sz="1650" spc="-12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195">
                <a:solidFill>
                  <a:srgbClr val="FFE5E5"/>
                </a:solidFill>
                <a:latin typeface="Arial MT"/>
                <a:cs typeface="Arial MT"/>
              </a:rPr>
              <a:t>&amp;</a:t>
            </a:r>
            <a:r>
              <a:rPr dirty="0" sz="1650" spc="-114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325">
                <a:solidFill>
                  <a:srgbClr val="FFE5E5"/>
                </a:solidFill>
                <a:latin typeface="Arial MT"/>
                <a:cs typeface="Arial MT"/>
              </a:rPr>
              <a:t>Pop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Core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operations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95" b="1">
                <a:solidFill>
                  <a:srgbClr val="FFE5E5"/>
                </a:solidFill>
                <a:latin typeface="Trebuchet MS"/>
                <a:cs typeface="Trebuchet MS"/>
              </a:rPr>
              <a:t>add</a:t>
            </a:r>
            <a:r>
              <a:rPr dirty="0" sz="1250" spc="2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and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b="1">
                <a:solidFill>
                  <a:srgbClr val="FFE5E5"/>
                </a:solidFill>
                <a:latin typeface="Trebuchet MS"/>
                <a:cs typeface="Trebuchet MS"/>
              </a:rPr>
              <a:t>remove</a:t>
            </a:r>
            <a:r>
              <a:rPr dirty="0" sz="1250" spc="2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50">
                <a:solidFill>
                  <a:srgbClr val="FFE5E5"/>
                </a:solidFill>
                <a:latin typeface="Tahoma"/>
                <a:cs typeface="Tahoma"/>
              </a:rPr>
              <a:t>elements</a:t>
            </a:r>
            <a:r>
              <a:rPr dirty="0" sz="1250" spc="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from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top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4288" y="3441676"/>
            <a:ext cx="340058" cy="22408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57311" y="3783012"/>
            <a:ext cx="4186554" cy="72961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1650" spc="355">
                <a:solidFill>
                  <a:srgbClr val="FFE5E5"/>
                </a:solidFill>
                <a:latin typeface="Arial MT"/>
                <a:cs typeface="Arial MT"/>
              </a:rPr>
              <a:t>Peek</a:t>
            </a:r>
            <a:r>
              <a:rPr dirty="0" sz="1650" spc="-125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195">
                <a:solidFill>
                  <a:srgbClr val="FFE5E5"/>
                </a:solidFill>
                <a:latin typeface="Arial MT"/>
                <a:cs typeface="Arial MT"/>
              </a:rPr>
              <a:t>&amp;</a:t>
            </a:r>
            <a:r>
              <a:rPr dirty="0" sz="1650" spc="-120">
                <a:solidFill>
                  <a:srgbClr val="FFE5E5"/>
                </a:solidFill>
                <a:latin typeface="Arial MT"/>
                <a:cs typeface="Arial MT"/>
              </a:rPr>
              <a:t> </a:t>
            </a:r>
            <a:r>
              <a:rPr dirty="0" sz="1650" spc="405">
                <a:solidFill>
                  <a:srgbClr val="FFE5E5"/>
                </a:solidFill>
                <a:latin typeface="Arial MT"/>
                <a:cs typeface="Arial MT"/>
              </a:rPr>
              <a:t>IsEmpty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Helper</a:t>
            </a:r>
            <a:r>
              <a:rPr dirty="0" sz="1250" spc="-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operations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E5E5"/>
                </a:solidFill>
                <a:latin typeface="Tahoma"/>
                <a:cs typeface="Tahoma"/>
              </a:rPr>
              <a:t>to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70" b="1">
                <a:solidFill>
                  <a:srgbClr val="FFE5E5"/>
                </a:solidFill>
                <a:latin typeface="Trebuchet MS"/>
                <a:cs typeface="Trebuchet MS"/>
              </a:rPr>
              <a:t>inspect</a:t>
            </a:r>
            <a:r>
              <a:rPr dirty="0" sz="1250" spc="1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or </a:t>
            </a:r>
            <a:r>
              <a:rPr dirty="0" sz="1250" spc="80" b="1">
                <a:solidFill>
                  <a:srgbClr val="FFE5E5"/>
                </a:solidFill>
                <a:latin typeface="Trebuchet MS"/>
                <a:cs typeface="Trebuchet MS"/>
              </a:rPr>
              <a:t>check</a:t>
            </a:r>
            <a:r>
              <a:rPr dirty="0" sz="1250" spc="1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55">
                <a:solidFill>
                  <a:srgbClr val="FFE5E5"/>
                </a:solidFill>
                <a:latin typeface="Tahoma"/>
                <a:cs typeface="Tahoma"/>
              </a:rPr>
              <a:t>the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5">
                <a:solidFill>
                  <a:srgbClr val="FFE5E5"/>
                </a:solidFill>
                <a:latin typeface="Tahoma"/>
                <a:cs typeface="Tahoma"/>
              </a:rPr>
              <a:t>stack</a:t>
            </a:r>
            <a:r>
              <a:rPr dirty="0" sz="125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-10">
                <a:solidFill>
                  <a:srgbClr val="FFE5E5"/>
                </a:solidFill>
                <a:latin typeface="Tahoma"/>
                <a:cs typeface="Tahoma"/>
              </a:rPr>
              <a:t>safely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19851" y="3390861"/>
            <a:ext cx="325755" cy="326390"/>
          </a:xfrm>
          <a:custGeom>
            <a:avLst/>
            <a:gdLst/>
            <a:ahLst/>
            <a:cxnLst/>
            <a:rect l="l" t="t" r="r" b="b"/>
            <a:pathLst>
              <a:path w="325754" h="326389">
                <a:moveTo>
                  <a:pt x="296786" y="181419"/>
                </a:moveTo>
                <a:lnTo>
                  <a:pt x="255511" y="163639"/>
                </a:lnTo>
                <a:lnTo>
                  <a:pt x="239712" y="162788"/>
                </a:lnTo>
                <a:lnTo>
                  <a:pt x="232295" y="163436"/>
                </a:lnTo>
                <a:lnTo>
                  <a:pt x="191630" y="181203"/>
                </a:lnTo>
                <a:lnTo>
                  <a:pt x="166649" y="216458"/>
                </a:lnTo>
                <a:lnTo>
                  <a:pt x="161772" y="246570"/>
                </a:lnTo>
                <a:lnTo>
                  <a:pt x="162166" y="252603"/>
                </a:lnTo>
                <a:lnTo>
                  <a:pt x="175006" y="288988"/>
                </a:lnTo>
                <a:lnTo>
                  <a:pt x="178981" y="295287"/>
                </a:lnTo>
              </a:path>
              <a:path w="325754" h="326389">
                <a:moveTo>
                  <a:pt x="28054" y="279"/>
                </a:moveTo>
                <a:lnTo>
                  <a:pt x="38" y="26504"/>
                </a:lnTo>
                <a:lnTo>
                  <a:pt x="0" y="33108"/>
                </a:lnTo>
              </a:path>
              <a:path w="325754" h="326389">
                <a:moveTo>
                  <a:pt x="25" y="270687"/>
                </a:moveTo>
                <a:lnTo>
                  <a:pt x="26060" y="297218"/>
                </a:lnTo>
                <a:lnTo>
                  <a:pt x="32600" y="297256"/>
                </a:lnTo>
              </a:path>
              <a:path w="325754" h="326389">
                <a:moveTo>
                  <a:pt x="140817" y="34975"/>
                </a:moveTo>
                <a:lnTo>
                  <a:pt x="123990" y="35077"/>
                </a:lnTo>
              </a:path>
              <a:path w="325754" h="326389">
                <a:moveTo>
                  <a:pt x="140944" y="52031"/>
                </a:moveTo>
                <a:lnTo>
                  <a:pt x="140817" y="34975"/>
                </a:lnTo>
              </a:path>
              <a:path w="325754" h="326389">
                <a:moveTo>
                  <a:pt x="140944" y="52031"/>
                </a:moveTo>
                <a:lnTo>
                  <a:pt x="123647" y="51866"/>
                </a:lnTo>
              </a:path>
              <a:path w="325754" h="326389">
                <a:moveTo>
                  <a:pt x="123990" y="35077"/>
                </a:moveTo>
                <a:lnTo>
                  <a:pt x="123647" y="51866"/>
                </a:lnTo>
              </a:path>
              <a:path w="325754" h="326389">
                <a:moveTo>
                  <a:pt x="96354" y="35052"/>
                </a:moveTo>
                <a:lnTo>
                  <a:pt x="79616" y="35140"/>
                </a:lnTo>
              </a:path>
              <a:path w="325754" h="326389">
                <a:moveTo>
                  <a:pt x="96354" y="35052"/>
                </a:moveTo>
                <a:lnTo>
                  <a:pt x="96037" y="51117"/>
                </a:lnTo>
                <a:lnTo>
                  <a:pt x="79806" y="51498"/>
                </a:lnTo>
                <a:lnTo>
                  <a:pt x="79616" y="35140"/>
                </a:lnTo>
              </a:path>
              <a:path w="325754" h="326389">
                <a:moveTo>
                  <a:pt x="299085" y="183400"/>
                </a:moveTo>
                <a:lnTo>
                  <a:pt x="320662" y="215417"/>
                </a:lnTo>
                <a:lnTo>
                  <a:pt x="325539" y="248285"/>
                </a:lnTo>
                <a:lnTo>
                  <a:pt x="325043" y="253809"/>
                </a:lnTo>
                <a:lnTo>
                  <a:pt x="323977" y="259283"/>
                </a:lnTo>
                <a:lnTo>
                  <a:pt x="322922" y="264769"/>
                </a:lnTo>
                <a:lnTo>
                  <a:pt x="311226" y="289877"/>
                </a:lnTo>
                <a:lnTo>
                  <a:pt x="308089" y="294474"/>
                </a:lnTo>
                <a:lnTo>
                  <a:pt x="304507" y="298729"/>
                </a:lnTo>
                <a:lnTo>
                  <a:pt x="300494" y="302602"/>
                </a:lnTo>
                <a:lnTo>
                  <a:pt x="296494" y="306489"/>
                </a:lnTo>
                <a:lnTo>
                  <a:pt x="272516" y="320357"/>
                </a:lnTo>
                <a:lnTo>
                  <a:pt x="267296" y="322338"/>
                </a:lnTo>
                <a:lnTo>
                  <a:pt x="261937" y="323761"/>
                </a:lnTo>
                <a:lnTo>
                  <a:pt x="256425" y="324650"/>
                </a:lnTo>
                <a:lnTo>
                  <a:pt x="250913" y="325526"/>
                </a:lnTo>
                <a:lnTo>
                  <a:pt x="245376" y="325843"/>
                </a:lnTo>
                <a:lnTo>
                  <a:pt x="239801" y="325589"/>
                </a:lnTo>
                <a:lnTo>
                  <a:pt x="234213" y="325335"/>
                </a:lnTo>
                <a:lnTo>
                  <a:pt x="228727" y="324523"/>
                </a:lnTo>
                <a:lnTo>
                  <a:pt x="223316" y="323151"/>
                </a:lnTo>
                <a:lnTo>
                  <a:pt x="217906" y="321779"/>
                </a:lnTo>
                <a:lnTo>
                  <a:pt x="193509" y="308686"/>
                </a:lnTo>
                <a:lnTo>
                  <a:pt x="189090" y="305282"/>
                </a:lnTo>
                <a:lnTo>
                  <a:pt x="185051" y="301472"/>
                </a:lnTo>
                <a:lnTo>
                  <a:pt x="181394" y="297243"/>
                </a:lnTo>
              </a:path>
              <a:path w="325754" h="326389">
                <a:moveTo>
                  <a:pt x="298843" y="82435"/>
                </a:moveTo>
                <a:lnTo>
                  <a:pt x="50" y="82435"/>
                </a:lnTo>
              </a:path>
              <a:path w="325754" h="326389">
                <a:moveTo>
                  <a:pt x="298919" y="182841"/>
                </a:moveTo>
                <a:lnTo>
                  <a:pt x="298869" y="27254"/>
                </a:lnTo>
              </a:path>
              <a:path w="325754" h="326389">
                <a:moveTo>
                  <a:pt x="76" y="84924"/>
                </a:moveTo>
                <a:lnTo>
                  <a:pt x="25" y="270687"/>
                </a:lnTo>
              </a:path>
              <a:path w="325754" h="326389">
                <a:moveTo>
                  <a:pt x="52019" y="35179"/>
                </a:moveTo>
                <a:lnTo>
                  <a:pt x="35280" y="35217"/>
                </a:lnTo>
              </a:path>
              <a:path w="325754" h="326389">
                <a:moveTo>
                  <a:pt x="52070" y="51435"/>
                </a:moveTo>
                <a:lnTo>
                  <a:pt x="52019" y="35179"/>
                </a:lnTo>
              </a:path>
              <a:path w="325754" h="326389">
                <a:moveTo>
                  <a:pt x="52070" y="51435"/>
                </a:moveTo>
                <a:lnTo>
                  <a:pt x="35572" y="51511"/>
                </a:lnTo>
                <a:lnTo>
                  <a:pt x="35280" y="35217"/>
                </a:lnTo>
              </a:path>
              <a:path w="325754" h="326389">
                <a:moveTo>
                  <a:pt x="282841" y="216662"/>
                </a:moveTo>
                <a:lnTo>
                  <a:pt x="231927" y="271716"/>
                </a:lnTo>
              </a:path>
              <a:path w="325754" h="326389">
                <a:moveTo>
                  <a:pt x="203200" y="243103"/>
                </a:moveTo>
                <a:lnTo>
                  <a:pt x="231927" y="271716"/>
                </a:lnTo>
              </a:path>
              <a:path w="325754" h="326389">
                <a:moveTo>
                  <a:pt x="298907" y="27254"/>
                </a:moveTo>
                <a:lnTo>
                  <a:pt x="299008" y="25234"/>
                </a:lnTo>
                <a:lnTo>
                  <a:pt x="298881" y="23215"/>
                </a:lnTo>
                <a:lnTo>
                  <a:pt x="298513" y="21221"/>
                </a:lnTo>
                <a:lnTo>
                  <a:pt x="298145" y="19215"/>
                </a:lnTo>
                <a:lnTo>
                  <a:pt x="274612" y="0"/>
                </a:lnTo>
                <a:lnTo>
                  <a:pt x="272580" y="38"/>
                </a:lnTo>
                <a:lnTo>
                  <a:pt x="270548" y="76"/>
                </a:lnTo>
                <a:lnTo>
                  <a:pt x="268554" y="355"/>
                </a:lnTo>
                <a:lnTo>
                  <a:pt x="266585" y="863"/>
                </a:lnTo>
              </a:path>
              <a:path w="325754" h="326389">
                <a:moveTo>
                  <a:pt x="266446" y="304"/>
                </a:moveTo>
                <a:lnTo>
                  <a:pt x="28054" y="279"/>
                </a:lnTo>
              </a:path>
              <a:path w="325754" h="326389">
                <a:moveTo>
                  <a:pt x="0" y="33108"/>
                </a:moveTo>
                <a:lnTo>
                  <a:pt x="76" y="84924"/>
                </a:lnTo>
              </a:path>
              <a:path w="325754" h="326389">
                <a:moveTo>
                  <a:pt x="32600" y="297256"/>
                </a:moveTo>
                <a:lnTo>
                  <a:pt x="180378" y="297472"/>
                </a:lnTo>
              </a:path>
            </a:pathLst>
          </a:custGeom>
          <a:ln w="14429">
            <a:solidFill>
              <a:srgbClr val="C9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804103" y="3783012"/>
            <a:ext cx="4135754" cy="729615"/>
          </a:xfrm>
          <a:prstGeom prst="rect">
            <a:avLst/>
          </a:prstGeom>
        </p:spPr>
        <p:txBody>
          <a:bodyPr wrap="square" lIns="0" tIns="160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dirty="0" sz="1650" spc="305">
                <a:solidFill>
                  <a:srgbClr val="FFE5E5"/>
                </a:solidFill>
                <a:latin typeface="Arial MT"/>
                <a:cs typeface="Arial MT"/>
              </a:rPr>
              <a:t>Applications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Browser</a:t>
            </a:r>
            <a:r>
              <a:rPr dirty="0" sz="1250" spc="7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history,</a:t>
            </a:r>
            <a:r>
              <a:rPr dirty="0" sz="1250" spc="8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FFE5E5"/>
                </a:solidFill>
                <a:latin typeface="Tahoma"/>
                <a:cs typeface="Tahoma"/>
              </a:rPr>
              <a:t>Undo/Redo,</a:t>
            </a:r>
            <a:r>
              <a:rPr dirty="0" sz="1250" spc="80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E5E5"/>
                </a:solidFill>
                <a:latin typeface="Tahoma"/>
                <a:cs typeface="Tahoma"/>
              </a:rPr>
              <a:t>and</a:t>
            </a:r>
            <a:r>
              <a:rPr dirty="0" sz="1250" spc="75">
                <a:solidFill>
                  <a:srgbClr val="FFE5E5"/>
                </a:solidFill>
                <a:latin typeface="Tahoma"/>
                <a:cs typeface="Tahoma"/>
              </a:rPr>
              <a:t> </a:t>
            </a:r>
            <a:r>
              <a:rPr dirty="0" sz="1250" spc="10" b="1">
                <a:solidFill>
                  <a:srgbClr val="FFE5E5"/>
                </a:solidFill>
                <a:latin typeface="Trebuchet MS"/>
                <a:cs typeface="Trebuchet MS"/>
              </a:rPr>
              <a:t>Function</a:t>
            </a:r>
            <a:r>
              <a:rPr dirty="0" sz="1250" spc="35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50" b="1">
                <a:solidFill>
                  <a:srgbClr val="FFE5E5"/>
                </a:solidFill>
                <a:latin typeface="Trebuchet MS"/>
                <a:cs typeface="Trebuchet MS"/>
              </a:rPr>
              <a:t>Call</a:t>
            </a:r>
            <a:r>
              <a:rPr dirty="0" sz="1250" spc="30" b="1">
                <a:solidFill>
                  <a:srgbClr val="FFE5E5"/>
                </a:solidFill>
                <a:latin typeface="Trebuchet MS"/>
                <a:cs typeface="Trebuchet MS"/>
              </a:rPr>
              <a:t> </a:t>
            </a:r>
            <a:r>
              <a:rPr dirty="0" sz="1250" spc="80" b="1">
                <a:solidFill>
                  <a:srgbClr val="FFE5E5"/>
                </a:solidFill>
                <a:latin typeface="Trebuchet MS"/>
                <a:cs typeface="Trebuchet MS"/>
              </a:rPr>
              <a:t>Stacks</a:t>
            </a:r>
            <a:endParaRPr sz="125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1500" y="4733925"/>
            <a:ext cx="10287000" cy="695325"/>
            <a:chOff x="571500" y="4733925"/>
            <a:chExt cx="10287000" cy="695325"/>
          </a:xfrm>
        </p:grpSpPr>
        <p:sp>
          <p:nvSpPr>
            <p:cNvPr id="12" name="object 12"/>
            <p:cNvSpPr/>
            <p:nvPr/>
          </p:nvSpPr>
          <p:spPr>
            <a:xfrm>
              <a:off x="571500" y="4733925"/>
              <a:ext cx="10287000" cy="695325"/>
            </a:xfrm>
            <a:custGeom>
              <a:avLst/>
              <a:gdLst/>
              <a:ahLst/>
              <a:cxnLst/>
              <a:rect l="l" t="t" r="r" b="b"/>
              <a:pathLst>
                <a:path w="10287000" h="695325">
                  <a:moveTo>
                    <a:pt x="10233736" y="0"/>
                  </a:moveTo>
                  <a:lnTo>
                    <a:pt x="53265" y="0"/>
                  </a:lnTo>
                  <a:lnTo>
                    <a:pt x="49555" y="368"/>
                  </a:lnTo>
                  <a:lnTo>
                    <a:pt x="14050" y="19342"/>
                  </a:lnTo>
                  <a:lnTo>
                    <a:pt x="0" y="53263"/>
                  </a:lnTo>
                  <a:lnTo>
                    <a:pt x="0" y="638314"/>
                  </a:lnTo>
                  <a:lnTo>
                    <a:pt x="0" y="642059"/>
                  </a:lnTo>
                  <a:lnTo>
                    <a:pt x="19342" y="681271"/>
                  </a:lnTo>
                  <a:lnTo>
                    <a:pt x="53265" y="695326"/>
                  </a:lnTo>
                  <a:lnTo>
                    <a:pt x="10233736" y="695326"/>
                  </a:lnTo>
                  <a:lnTo>
                    <a:pt x="10272953" y="675977"/>
                  </a:lnTo>
                  <a:lnTo>
                    <a:pt x="10287000" y="642059"/>
                  </a:lnTo>
                  <a:lnTo>
                    <a:pt x="10287000" y="53263"/>
                  </a:lnTo>
                  <a:lnTo>
                    <a:pt x="10267658" y="14046"/>
                  </a:lnTo>
                  <a:lnTo>
                    <a:pt x="10237444" y="368"/>
                  </a:lnTo>
                  <a:lnTo>
                    <a:pt x="10233736" y="0"/>
                  </a:lnTo>
                  <a:close/>
                </a:path>
              </a:pathLst>
            </a:custGeom>
            <a:solidFill>
              <a:srgbClr val="173A1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3814" y="4972049"/>
              <a:ext cx="162817" cy="16281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086544" y="4876138"/>
            <a:ext cx="7392034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60">
                <a:solidFill>
                  <a:srgbClr val="FFFFFF"/>
                </a:solidFill>
                <a:latin typeface="Tahoma"/>
                <a:cs typeface="Tahoma"/>
              </a:rPr>
              <a:t>Stacks</a:t>
            </a:r>
            <a:r>
              <a:rPr dirty="0" sz="125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dirty="0" sz="125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FFFF"/>
                </a:solidFill>
                <a:latin typeface="Tahoma"/>
                <a:cs typeface="Tahoma"/>
              </a:rPr>
              <a:t>simple</a:t>
            </a:r>
            <a:r>
              <a:rPr dirty="0" sz="125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FFFFFF"/>
                </a:solidFill>
                <a:latin typeface="Tahoma"/>
                <a:cs typeface="Tahoma"/>
              </a:rPr>
              <a:t>yet</a:t>
            </a:r>
            <a:r>
              <a:rPr dirty="0" sz="125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FFFFFF"/>
                </a:solidFill>
                <a:latin typeface="Tahoma"/>
                <a:cs typeface="Tahoma"/>
              </a:rPr>
              <a:t>powerful</a:t>
            </a:r>
            <a:r>
              <a:rPr dirty="0" sz="125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425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dirty="0" sz="125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FFFFFF"/>
                </a:solidFill>
                <a:latin typeface="Tahoma"/>
                <a:cs typeface="Tahoma"/>
              </a:rPr>
              <a:t>mastering</a:t>
            </a:r>
            <a:r>
              <a:rPr dirty="0" sz="125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60">
                <a:solidFill>
                  <a:srgbClr val="FFFFFF"/>
                </a:solidFill>
                <a:latin typeface="Tahoma"/>
                <a:cs typeface="Tahoma"/>
              </a:rPr>
              <a:t>them</a:t>
            </a:r>
            <a:r>
              <a:rPr dirty="0" sz="125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125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25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dirty="0" sz="125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70">
                <a:solidFill>
                  <a:srgbClr val="FFFFFF"/>
                </a:solidFill>
                <a:latin typeface="Tahoma"/>
                <a:cs typeface="Tahoma"/>
              </a:rPr>
              <a:t>step</a:t>
            </a:r>
            <a:r>
              <a:rPr dirty="0" sz="125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25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FFFFFF"/>
                </a:solidFill>
                <a:latin typeface="Tahoma"/>
                <a:cs typeface="Tahoma"/>
              </a:rPr>
              <a:t>your</a:t>
            </a:r>
            <a:r>
              <a:rPr dirty="0" sz="125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dirty="0" sz="125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50">
                <a:solidFill>
                  <a:srgbClr val="FFFFFF"/>
                </a:solidFill>
                <a:latin typeface="Tahoma"/>
                <a:cs typeface="Tahoma"/>
              </a:rPr>
              <a:t>Structures</a:t>
            </a:r>
            <a:r>
              <a:rPr dirty="0" sz="125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50" spc="10">
                <a:solidFill>
                  <a:srgbClr val="FFFFFF"/>
                </a:solidFill>
                <a:latin typeface="Tahoma"/>
                <a:cs typeface="Tahoma"/>
              </a:rPr>
              <a:t>journey!</a:t>
            </a:r>
            <a:r>
              <a:rPr dirty="0" sz="125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50" spc="-20">
                <a:latin typeface="Times New Roman"/>
                <a:cs typeface="Times New Roman"/>
              </a:rPr>
              <a:t>;;,?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141311" y="2339207"/>
            <a:ext cx="2448560" cy="4295140"/>
            <a:chOff x="9141311" y="2339207"/>
            <a:chExt cx="2448560" cy="4295140"/>
          </a:xfrm>
        </p:grpSpPr>
        <p:pic>
          <p:nvPicPr>
            <p:cNvPr id="16" name="object 16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368853" y="2566748"/>
              <a:ext cx="1993900" cy="3839845"/>
            </a:xfrm>
            <a:custGeom>
              <a:avLst/>
              <a:gdLst/>
              <a:ahLst/>
              <a:cxnLst/>
              <a:rect l="l" t="t" r="r" b="b"/>
              <a:pathLst>
                <a:path w="1993900" h="3839845">
                  <a:moveTo>
                    <a:pt x="1906643" y="0"/>
                  </a:moveTo>
                  <a:lnTo>
                    <a:pt x="1899297" y="70520"/>
                  </a:lnTo>
                  <a:lnTo>
                    <a:pt x="1900330" y="60603"/>
                  </a:lnTo>
                  <a:lnTo>
                    <a:pt x="1902052" y="44075"/>
                  </a:lnTo>
                  <a:lnTo>
                    <a:pt x="1902396" y="40769"/>
                  </a:lnTo>
                  <a:lnTo>
                    <a:pt x="1897978" y="83419"/>
                  </a:lnTo>
                  <a:lnTo>
                    <a:pt x="1888475" y="180787"/>
                  </a:lnTo>
                  <a:lnTo>
                    <a:pt x="1880990" y="261374"/>
                  </a:lnTo>
                  <a:lnTo>
                    <a:pt x="1874327" y="335140"/>
                  </a:lnTo>
                  <a:lnTo>
                    <a:pt x="1867752" y="408802"/>
                  </a:lnTo>
                  <a:lnTo>
                    <a:pt x="1860571" y="490499"/>
                  </a:lnTo>
                  <a:lnTo>
                    <a:pt x="1858921" y="509039"/>
                  </a:lnTo>
                  <a:lnTo>
                    <a:pt x="1854459" y="557223"/>
                  </a:lnTo>
                  <a:lnTo>
                    <a:pt x="1847923" y="623898"/>
                  </a:lnTo>
                  <a:lnTo>
                    <a:pt x="1840045" y="697914"/>
                  </a:lnTo>
                  <a:lnTo>
                    <a:pt x="1838207" y="714745"/>
                  </a:lnTo>
                  <a:lnTo>
                    <a:pt x="1833640" y="758592"/>
                  </a:lnTo>
                  <a:lnTo>
                    <a:pt x="1827769" y="819488"/>
                  </a:lnTo>
                  <a:lnTo>
                    <a:pt x="1822017" y="887465"/>
                  </a:lnTo>
                  <a:lnTo>
                    <a:pt x="1820816" y="902946"/>
                  </a:lnTo>
                  <a:lnTo>
                    <a:pt x="1817631" y="943118"/>
                  </a:lnTo>
                  <a:lnTo>
                    <a:pt x="1813086" y="998575"/>
                  </a:lnTo>
                  <a:lnTo>
                    <a:pt x="1807805" y="1059909"/>
                  </a:lnTo>
                  <a:lnTo>
                    <a:pt x="1806606" y="1073825"/>
                  </a:lnTo>
                  <a:lnTo>
                    <a:pt x="1803650" y="1110096"/>
                  </a:lnTo>
                  <a:lnTo>
                    <a:pt x="1799901" y="1160511"/>
                  </a:lnTo>
                  <a:lnTo>
                    <a:pt x="1796323" y="1216855"/>
                  </a:lnTo>
                  <a:lnTo>
                    <a:pt x="1793830" y="1263704"/>
                  </a:lnTo>
                  <a:lnTo>
                    <a:pt x="1791478" y="1311325"/>
                  </a:lnTo>
                  <a:lnTo>
                    <a:pt x="1789067" y="1365354"/>
                  </a:lnTo>
                  <a:lnTo>
                    <a:pt x="1787345" y="1410429"/>
                  </a:lnTo>
                  <a:lnTo>
                    <a:pt x="1785810" y="1455831"/>
                  </a:lnTo>
                  <a:lnTo>
                    <a:pt x="1784374" y="1506749"/>
                  </a:lnTo>
                  <a:lnTo>
                    <a:pt x="1783482" y="1551408"/>
                  </a:lnTo>
                  <a:lnTo>
                    <a:pt x="1782770" y="1599820"/>
                  </a:lnTo>
                  <a:lnTo>
                    <a:pt x="1782239" y="1659034"/>
                  </a:lnTo>
                  <a:lnTo>
                    <a:pt x="1782005" y="1709307"/>
                  </a:lnTo>
                  <a:lnTo>
                    <a:pt x="1781844" y="1757867"/>
                  </a:lnTo>
                  <a:lnTo>
                    <a:pt x="1781771" y="1809347"/>
                  </a:lnTo>
                  <a:lnTo>
                    <a:pt x="1781806" y="1821136"/>
                  </a:lnTo>
                  <a:lnTo>
                    <a:pt x="1782711" y="1903681"/>
                  </a:lnTo>
                  <a:lnTo>
                    <a:pt x="1783998" y="1966597"/>
                  </a:lnTo>
                  <a:lnTo>
                    <a:pt x="1785530" y="2019703"/>
                  </a:lnTo>
                  <a:lnTo>
                    <a:pt x="1787290" y="2069139"/>
                  </a:lnTo>
                  <a:lnTo>
                    <a:pt x="1789576" y="2118766"/>
                  </a:lnTo>
                  <a:lnTo>
                    <a:pt x="1793594" y="2189919"/>
                  </a:lnTo>
                  <a:lnTo>
                    <a:pt x="1795749" y="2226151"/>
                  </a:lnTo>
                  <a:lnTo>
                    <a:pt x="1796224" y="2234204"/>
                  </a:lnTo>
                  <a:lnTo>
                    <a:pt x="1799050" y="2287941"/>
                  </a:lnTo>
                  <a:lnTo>
                    <a:pt x="1800753" y="2326506"/>
                  </a:lnTo>
                  <a:lnTo>
                    <a:pt x="1803265" y="2393981"/>
                  </a:lnTo>
                  <a:lnTo>
                    <a:pt x="1804523" y="2432201"/>
                  </a:lnTo>
                  <a:lnTo>
                    <a:pt x="1804792" y="2440839"/>
                  </a:lnTo>
                  <a:lnTo>
                    <a:pt x="1805479" y="2462713"/>
                  </a:lnTo>
                  <a:lnTo>
                    <a:pt x="1807405" y="2521942"/>
                  </a:lnTo>
                  <a:lnTo>
                    <a:pt x="1810271" y="2568629"/>
                  </a:lnTo>
                  <a:lnTo>
                    <a:pt x="1815729" y="2615412"/>
                  </a:lnTo>
                  <a:lnTo>
                    <a:pt x="1822905" y="2660827"/>
                  </a:lnTo>
                  <a:lnTo>
                    <a:pt x="1823857" y="2666357"/>
                  </a:lnTo>
                  <a:lnTo>
                    <a:pt x="1826172" y="2680744"/>
                  </a:lnTo>
                  <a:lnTo>
                    <a:pt x="1831638" y="2722882"/>
                  </a:lnTo>
                  <a:lnTo>
                    <a:pt x="1836960" y="2777999"/>
                  </a:lnTo>
                  <a:lnTo>
                    <a:pt x="1837404" y="2782281"/>
                  </a:lnTo>
                  <a:lnTo>
                    <a:pt x="1838723" y="2793136"/>
                  </a:lnTo>
                  <a:lnTo>
                    <a:pt x="1840893" y="2807581"/>
                  </a:lnTo>
                  <a:lnTo>
                    <a:pt x="1843895" y="2822630"/>
                  </a:lnTo>
                  <a:lnTo>
                    <a:pt x="1844614" y="2825896"/>
                  </a:lnTo>
                  <a:lnTo>
                    <a:pt x="1846242" y="2834402"/>
                  </a:lnTo>
                  <a:lnTo>
                    <a:pt x="1847982" y="2846209"/>
                  </a:lnTo>
                  <a:lnTo>
                    <a:pt x="1849038" y="2859378"/>
                  </a:lnTo>
                  <a:lnTo>
                    <a:pt x="1849179" y="2862396"/>
                  </a:lnTo>
                  <a:lnTo>
                    <a:pt x="1849715" y="2870311"/>
                  </a:lnTo>
                  <a:lnTo>
                    <a:pt x="1856582" y="2915259"/>
                  </a:lnTo>
                  <a:lnTo>
                    <a:pt x="1858938" y="2927332"/>
                  </a:lnTo>
                  <a:lnTo>
                    <a:pt x="1859477" y="2930180"/>
                  </a:lnTo>
                  <a:lnTo>
                    <a:pt x="1860802" y="2937900"/>
                  </a:lnTo>
                  <a:lnTo>
                    <a:pt x="1862480" y="2949260"/>
                  </a:lnTo>
                  <a:lnTo>
                    <a:pt x="1864073" y="2963029"/>
                  </a:lnTo>
                  <a:lnTo>
                    <a:pt x="1864491" y="2966471"/>
                  </a:lnTo>
                  <a:lnTo>
                    <a:pt x="1866013" y="2976005"/>
                  </a:lnTo>
                  <a:lnTo>
                    <a:pt x="1869038" y="2990443"/>
                  </a:lnTo>
                  <a:lnTo>
                    <a:pt x="1873967" y="3008596"/>
                  </a:lnTo>
                  <a:lnTo>
                    <a:pt x="1875246" y="3012995"/>
                  </a:lnTo>
                  <a:lnTo>
                    <a:pt x="1878186" y="3024175"/>
                  </a:lnTo>
                  <a:lnTo>
                    <a:pt x="1881439" y="3039111"/>
                  </a:lnTo>
                  <a:lnTo>
                    <a:pt x="1883660" y="3054776"/>
                  </a:lnTo>
                  <a:lnTo>
                    <a:pt x="1883941" y="3058080"/>
                  </a:lnTo>
                  <a:lnTo>
                    <a:pt x="1884659" y="3066191"/>
                  </a:lnTo>
                  <a:lnTo>
                    <a:pt x="1885621" y="3076402"/>
                  </a:lnTo>
                  <a:lnTo>
                    <a:pt x="1886636" y="3086010"/>
                  </a:lnTo>
                  <a:lnTo>
                    <a:pt x="1887939" y="3097216"/>
                  </a:lnTo>
                  <a:lnTo>
                    <a:pt x="1888297" y="3110370"/>
                  </a:lnTo>
                  <a:lnTo>
                    <a:pt x="1888390" y="3112664"/>
                  </a:lnTo>
                  <a:lnTo>
                    <a:pt x="1888772" y="3118858"/>
                  </a:lnTo>
                  <a:lnTo>
                    <a:pt x="1889599" y="3127919"/>
                  </a:lnTo>
                  <a:lnTo>
                    <a:pt x="1891026" y="3138814"/>
                  </a:lnTo>
                  <a:lnTo>
                    <a:pt x="1891426" y="3141460"/>
                  </a:lnTo>
                  <a:lnTo>
                    <a:pt x="1892445" y="3148509"/>
                  </a:lnTo>
                  <a:lnTo>
                    <a:pt x="1893812" y="3158633"/>
                  </a:lnTo>
                  <a:lnTo>
                    <a:pt x="1895259" y="3170502"/>
                  </a:lnTo>
                  <a:lnTo>
                    <a:pt x="1895578" y="3173282"/>
                  </a:lnTo>
                  <a:lnTo>
                    <a:pt x="1896413" y="3180449"/>
                  </a:lnTo>
                  <a:lnTo>
                    <a:pt x="1897582" y="3190239"/>
                  </a:lnTo>
                  <a:lnTo>
                    <a:pt x="1898905" y="3200889"/>
                  </a:lnTo>
                  <a:lnTo>
                    <a:pt x="1899206" y="3203284"/>
                  </a:lnTo>
                  <a:lnTo>
                    <a:pt x="1899971" y="3209549"/>
                  </a:lnTo>
                  <a:lnTo>
                    <a:pt x="1900997" y="3218309"/>
                  </a:lnTo>
                  <a:lnTo>
                    <a:pt x="1902079" y="3228190"/>
                  </a:lnTo>
                  <a:lnTo>
                    <a:pt x="1902335" y="3230502"/>
                  </a:lnTo>
                  <a:lnTo>
                    <a:pt x="1903086" y="3236707"/>
                  </a:lnTo>
                  <a:lnTo>
                    <a:pt x="1904307" y="3245706"/>
                  </a:lnTo>
                  <a:lnTo>
                    <a:pt x="1905970" y="3256402"/>
                  </a:lnTo>
                  <a:lnTo>
                    <a:pt x="1906388" y="3258954"/>
                  </a:lnTo>
                  <a:lnTo>
                    <a:pt x="1907437" y="3265640"/>
                  </a:lnTo>
                  <a:lnTo>
                    <a:pt x="1912500" y="3312737"/>
                  </a:lnTo>
                  <a:lnTo>
                    <a:pt x="1912630" y="3314946"/>
                  </a:lnTo>
                  <a:lnTo>
                    <a:pt x="1913110" y="3320779"/>
                  </a:lnTo>
                  <a:lnTo>
                    <a:pt x="1914079" y="3329041"/>
                  </a:lnTo>
                  <a:lnTo>
                    <a:pt x="1915675" y="3338537"/>
                  </a:lnTo>
                  <a:lnTo>
                    <a:pt x="1918284" y="3351492"/>
                  </a:lnTo>
                  <a:lnTo>
                    <a:pt x="1919342" y="3362321"/>
                  </a:lnTo>
                  <a:lnTo>
                    <a:pt x="1920400" y="3373151"/>
                  </a:lnTo>
                  <a:lnTo>
                    <a:pt x="1920400" y="3384059"/>
                  </a:lnTo>
                  <a:lnTo>
                    <a:pt x="1920429" y="3386048"/>
                  </a:lnTo>
                  <a:lnTo>
                    <a:pt x="1920637" y="3391786"/>
                  </a:lnTo>
                  <a:lnTo>
                    <a:pt x="1921200" y="3400934"/>
                  </a:lnTo>
                  <a:lnTo>
                    <a:pt x="1922297" y="3413152"/>
                  </a:lnTo>
                  <a:lnTo>
                    <a:pt x="1922606" y="3416201"/>
                  </a:lnTo>
                  <a:lnTo>
                    <a:pt x="1923340" y="3423911"/>
                  </a:lnTo>
                  <a:lnTo>
                    <a:pt x="1925575" y="3462514"/>
                  </a:lnTo>
                  <a:lnTo>
                    <a:pt x="1925692" y="3473627"/>
                  </a:lnTo>
                  <a:lnTo>
                    <a:pt x="1925762" y="3476334"/>
                  </a:lnTo>
                  <a:lnTo>
                    <a:pt x="1926253" y="3483570"/>
                  </a:lnTo>
                  <a:lnTo>
                    <a:pt x="1927585" y="3494008"/>
                  </a:lnTo>
                  <a:lnTo>
                    <a:pt x="1930180" y="3506319"/>
                  </a:lnTo>
                  <a:lnTo>
                    <a:pt x="1930927" y="3509170"/>
                  </a:lnTo>
                  <a:lnTo>
                    <a:pt x="1932789" y="3516324"/>
                  </a:lnTo>
                  <a:lnTo>
                    <a:pt x="1935199" y="3525680"/>
                  </a:lnTo>
                  <a:lnTo>
                    <a:pt x="1937588" y="3535136"/>
                  </a:lnTo>
                  <a:lnTo>
                    <a:pt x="1940507" y="3546880"/>
                  </a:lnTo>
                  <a:lnTo>
                    <a:pt x="1940507" y="3557790"/>
                  </a:lnTo>
                  <a:lnTo>
                    <a:pt x="1940507" y="3568700"/>
                  </a:lnTo>
                  <a:lnTo>
                    <a:pt x="1940507" y="3579705"/>
                  </a:lnTo>
                  <a:lnTo>
                    <a:pt x="1940507" y="3590709"/>
                  </a:lnTo>
                  <a:lnTo>
                    <a:pt x="1946327" y="3601427"/>
                  </a:lnTo>
                  <a:lnTo>
                    <a:pt x="1952147" y="3612145"/>
                  </a:lnTo>
                  <a:lnTo>
                    <a:pt x="1952147" y="3623120"/>
                  </a:lnTo>
                  <a:lnTo>
                    <a:pt x="1968089" y="3666361"/>
                  </a:lnTo>
                  <a:lnTo>
                    <a:pt x="1973003" y="3675377"/>
                  </a:lnTo>
                  <a:lnTo>
                    <a:pt x="1973834" y="3677338"/>
                  </a:lnTo>
                  <a:lnTo>
                    <a:pt x="1946311" y="3706531"/>
                  </a:lnTo>
                  <a:lnTo>
                    <a:pt x="1904895" y="3714480"/>
                  </a:lnTo>
                  <a:lnTo>
                    <a:pt x="1891640" y="3716126"/>
                  </a:lnTo>
                  <a:lnTo>
                    <a:pt x="1884255" y="3717035"/>
                  </a:lnTo>
                  <a:lnTo>
                    <a:pt x="1871462" y="3718756"/>
                  </a:lnTo>
                  <a:lnTo>
                    <a:pt x="1852865" y="3721460"/>
                  </a:lnTo>
                  <a:lnTo>
                    <a:pt x="1848103" y="3722165"/>
                  </a:lnTo>
                  <a:lnTo>
                    <a:pt x="1836399" y="3723853"/>
                  </a:lnTo>
                  <a:lnTo>
                    <a:pt x="1797237" y="3728507"/>
                  </a:lnTo>
                  <a:lnTo>
                    <a:pt x="1770150" y="3729454"/>
                  </a:lnTo>
                  <a:lnTo>
                    <a:pt x="1761925" y="3729748"/>
                  </a:lnTo>
                  <a:lnTo>
                    <a:pt x="1750240" y="3730547"/>
                  </a:lnTo>
                  <a:lnTo>
                    <a:pt x="1736752" y="3732103"/>
                  </a:lnTo>
                  <a:lnTo>
                    <a:pt x="1733568" y="3732547"/>
                  </a:lnTo>
                  <a:lnTo>
                    <a:pt x="1725112" y="3733641"/>
                  </a:lnTo>
                  <a:lnTo>
                    <a:pt x="1713035" y="3735024"/>
                  </a:lnTo>
                  <a:lnTo>
                    <a:pt x="1698984" y="3736336"/>
                  </a:lnTo>
                  <a:lnTo>
                    <a:pt x="1695642" y="3736606"/>
                  </a:lnTo>
                  <a:lnTo>
                    <a:pt x="1686733" y="3737335"/>
                  </a:lnTo>
                  <a:lnTo>
                    <a:pt x="1646228" y="3740914"/>
                  </a:lnTo>
                  <a:lnTo>
                    <a:pt x="1597970" y="3746791"/>
                  </a:lnTo>
                  <a:lnTo>
                    <a:pt x="1587083" y="3748298"/>
                  </a:lnTo>
                  <a:lnTo>
                    <a:pt x="1584578" y="3748622"/>
                  </a:lnTo>
                  <a:lnTo>
                    <a:pt x="1537819" y="3752084"/>
                  </a:lnTo>
                  <a:lnTo>
                    <a:pt x="1511159" y="3752711"/>
                  </a:lnTo>
                  <a:lnTo>
                    <a:pt x="1504056" y="3752831"/>
                  </a:lnTo>
                  <a:lnTo>
                    <a:pt x="1457565" y="3755145"/>
                  </a:lnTo>
                  <a:lnTo>
                    <a:pt x="1445175" y="3755906"/>
                  </a:lnTo>
                  <a:lnTo>
                    <a:pt x="1442266" y="3756068"/>
                  </a:lnTo>
                  <a:lnTo>
                    <a:pt x="1434176" y="3756434"/>
                  </a:lnTo>
                  <a:lnTo>
                    <a:pt x="1421861" y="3756826"/>
                  </a:lnTo>
                  <a:lnTo>
                    <a:pt x="1406276" y="3757067"/>
                  </a:lnTo>
                  <a:lnTo>
                    <a:pt x="1402473" y="3757126"/>
                  </a:lnTo>
                  <a:lnTo>
                    <a:pt x="1392755" y="3757432"/>
                  </a:lnTo>
                  <a:lnTo>
                    <a:pt x="1354338" y="3761143"/>
                  </a:lnTo>
                  <a:lnTo>
                    <a:pt x="1325463" y="3765731"/>
                  </a:lnTo>
                  <a:lnTo>
                    <a:pt x="1316986" y="3767071"/>
                  </a:lnTo>
                  <a:lnTo>
                    <a:pt x="1270713" y="3772664"/>
                  </a:lnTo>
                  <a:lnTo>
                    <a:pt x="1259478" y="3773813"/>
                  </a:lnTo>
                  <a:lnTo>
                    <a:pt x="1256895" y="3774087"/>
                  </a:lnTo>
                  <a:lnTo>
                    <a:pt x="1249782" y="3774903"/>
                  </a:lnTo>
                  <a:lnTo>
                    <a:pt x="1239091" y="3776258"/>
                  </a:lnTo>
                  <a:lnTo>
                    <a:pt x="1225773" y="3778144"/>
                  </a:lnTo>
                  <a:lnTo>
                    <a:pt x="1222511" y="3778618"/>
                  </a:lnTo>
                  <a:lnTo>
                    <a:pt x="1213991" y="3779791"/>
                  </a:lnTo>
                  <a:lnTo>
                    <a:pt x="1165658" y="3784174"/>
                  </a:lnTo>
                  <a:lnTo>
                    <a:pt x="1151892" y="3784442"/>
                  </a:lnTo>
                  <a:lnTo>
                    <a:pt x="1148669" y="3784442"/>
                  </a:lnTo>
                  <a:lnTo>
                    <a:pt x="1140334" y="3784442"/>
                  </a:lnTo>
                  <a:lnTo>
                    <a:pt x="960974" y="3784442"/>
                  </a:lnTo>
                  <a:lnTo>
                    <a:pt x="957114" y="3784458"/>
                  </a:lnTo>
                  <a:lnTo>
                    <a:pt x="946487" y="3784574"/>
                  </a:lnTo>
                  <a:lnTo>
                    <a:pt x="930531" y="3784888"/>
                  </a:lnTo>
                  <a:lnTo>
                    <a:pt x="910679" y="3785500"/>
                  </a:lnTo>
                  <a:lnTo>
                    <a:pt x="905924" y="3785665"/>
                  </a:lnTo>
                  <a:lnTo>
                    <a:pt x="893962" y="3786029"/>
                  </a:lnTo>
                  <a:lnTo>
                    <a:pt x="878249" y="3786393"/>
                  </a:lnTo>
                  <a:lnTo>
                    <a:pt x="862240" y="3786558"/>
                  </a:lnTo>
                  <a:lnTo>
                    <a:pt x="858720" y="3786572"/>
                  </a:lnTo>
                  <a:lnTo>
                    <a:pt x="849085" y="3786670"/>
                  </a:lnTo>
                  <a:lnTo>
                    <a:pt x="834725" y="3786936"/>
                  </a:lnTo>
                  <a:lnTo>
                    <a:pt x="817027" y="3787454"/>
                  </a:lnTo>
                  <a:lnTo>
                    <a:pt x="812742" y="3787597"/>
                  </a:lnTo>
                  <a:lnTo>
                    <a:pt x="801652" y="3787923"/>
                  </a:lnTo>
                  <a:lnTo>
                    <a:pt x="786404" y="3788279"/>
                  </a:lnTo>
                  <a:lnTo>
                    <a:pt x="769644" y="3788514"/>
                  </a:lnTo>
                  <a:lnTo>
                    <a:pt x="765828" y="3788523"/>
                  </a:lnTo>
                  <a:lnTo>
                    <a:pt x="755749" y="3788463"/>
                  </a:lnTo>
                  <a:lnTo>
                    <a:pt x="741461" y="3788204"/>
                  </a:lnTo>
                  <a:lnTo>
                    <a:pt x="725017" y="3787617"/>
                  </a:lnTo>
                  <a:lnTo>
                    <a:pt x="721217" y="3787468"/>
                  </a:lnTo>
                  <a:lnTo>
                    <a:pt x="711456" y="3787220"/>
                  </a:lnTo>
                  <a:lnTo>
                    <a:pt x="698192" y="3787170"/>
                  </a:lnTo>
                  <a:lnTo>
                    <a:pt x="683880" y="3787617"/>
                  </a:lnTo>
                  <a:lnTo>
                    <a:pt x="680742" y="3787783"/>
                  </a:lnTo>
                  <a:lnTo>
                    <a:pt x="672788" y="3788147"/>
                  </a:lnTo>
                  <a:lnTo>
                    <a:pt x="662213" y="3788511"/>
                  </a:lnTo>
                  <a:lnTo>
                    <a:pt x="651210" y="3788676"/>
                  </a:lnTo>
                  <a:lnTo>
                    <a:pt x="648822" y="3788676"/>
                  </a:lnTo>
                  <a:lnTo>
                    <a:pt x="642595" y="3788676"/>
                  </a:lnTo>
                  <a:lnTo>
                    <a:pt x="633930" y="3788676"/>
                  </a:lnTo>
                  <a:lnTo>
                    <a:pt x="624233" y="3788676"/>
                  </a:lnTo>
                  <a:lnTo>
                    <a:pt x="622000" y="3788660"/>
                  </a:lnTo>
                  <a:lnTo>
                    <a:pt x="616116" y="3788544"/>
                  </a:lnTo>
                  <a:lnTo>
                    <a:pt x="607803" y="3788230"/>
                  </a:lnTo>
                  <a:lnTo>
                    <a:pt x="598284" y="3787617"/>
                  </a:lnTo>
                  <a:lnTo>
                    <a:pt x="585331" y="3786558"/>
                  </a:lnTo>
                  <a:lnTo>
                    <a:pt x="573063" y="3786558"/>
                  </a:lnTo>
                  <a:lnTo>
                    <a:pt x="570916" y="3786558"/>
                  </a:lnTo>
                  <a:lnTo>
                    <a:pt x="405729" y="3786558"/>
                  </a:lnTo>
                  <a:lnTo>
                    <a:pt x="394467" y="3787098"/>
                  </a:lnTo>
                  <a:lnTo>
                    <a:pt x="383206" y="3787638"/>
                  </a:lnTo>
                  <a:lnTo>
                    <a:pt x="370718" y="3788157"/>
                  </a:lnTo>
                  <a:lnTo>
                    <a:pt x="368564" y="3788238"/>
                  </a:lnTo>
                  <a:lnTo>
                    <a:pt x="362854" y="3788417"/>
                  </a:lnTo>
                  <a:lnTo>
                    <a:pt x="354713" y="3788595"/>
                  </a:lnTo>
                  <a:lnTo>
                    <a:pt x="345268" y="3788676"/>
                  </a:lnTo>
                  <a:lnTo>
                    <a:pt x="332308" y="3788676"/>
                  </a:lnTo>
                  <a:lnTo>
                    <a:pt x="321077" y="3790431"/>
                  </a:lnTo>
                  <a:lnTo>
                    <a:pt x="319058" y="3790711"/>
                  </a:lnTo>
                  <a:lnTo>
                    <a:pt x="313343" y="3791353"/>
                  </a:lnTo>
                  <a:lnTo>
                    <a:pt x="304449" y="3792064"/>
                  </a:lnTo>
                  <a:lnTo>
                    <a:pt x="292893" y="3792547"/>
                  </a:lnTo>
                  <a:lnTo>
                    <a:pt x="290029" y="3792620"/>
                  </a:lnTo>
                  <a:lnTo>
                    <a:pt x="282691" y="3792860"/>
                  </a:lnTo>
                  <a:lnTo>
                    <a:pt x="272766" y="3793299"/>
                  </a:lnTo>
                  <a:lnTo>
                    <a:pt x="262137" y="3793967"/>
                  </a:lnTo>
                  <a:lnTo>
                    <a:pt x="248333" y="3795025"/>
                  </a:lnTo>
                  <a:lnTo>
                    <a:pt x="237406" y="3796083"/>
                  </a:lnTo>
                  <a:lnTo>
                    <a:pt x="199526" y="3800534"/>
                  </a:lnTo>
                  <a:lnTo>
                    <a:pt x="150587" y="3810322"/>
                  </a:lnTo>
                  <a:lnTo>
                    <a:pt x="147324" y="3811021"/>
                  </a:lnTo>
                  <a:lnTo>
                    <a:pt x="139166" y="3812740"/>
                  </a:lnTo>
                  <a:lnTo>
                    <a:pt x="128562" y="3814913"/>
                  </a:lnTo>
                  <a:lnTo>
                    <a:pt x="117958" y="3816976"/>
                  </a:lnTo>
                  <a:lnTo>
                    <a:pt x="115672" y="3817451"/>
                  </a:lnTo>
                  <a:lnTo>
                    <a:pt x="109458" y="3818960"/>
                  </a:lnTo>
                  <a:lnTo>
                    <a:pt x="100281" y="3821627"/>
                  </a:lnTo>
                  <a:lnTo>
                    <a:pt x="89107" y="3825575"/>
                  </a:lnTo>
                  <a:lnTo>
                    <a:pt x="86444" y="3826583"/>
                  </a:lnTo>
                  <a:lnTo>
                    <a:pt x="79661" y="3829012"/>
                  </a:lnTo>
                  <a:lnTo>
                    <a:pt x="70560" y="3831967"/>
                  </a:lnTo>
                  <a:lnTo>
                    <a:pt x="60947" y="3834552"/>
                  </a:lnTo>
                  <a:lnTo>
                    <a:pt x="48590" y="3837356"/>
                  </a:lnTo>
                  <a:lnTo>
                    <a:pt x="37029" y="3838415"/>
                  </a:lnTo>
                  <a:lnTo>
                    <a:pt x="25469" y="3839475"/>
                  </a:lnTo>
                  <a:lnTo>
                    <a:pt x="12734" y="3839475"/>
                  </a:lnTo>
                  <a:lnTo>
                    <a:pt x="0" y="3839475"/>
                  </a:lnTo>
                  <a:lnTo>
                    <a:pt x="58" y="3825509"/>
                  </a:lnTo>
                  <a:lnTo>
                    <a:pt x="24217" y="3784491"/>
                  </a:lnTo>
                  <a:lnTo>
                    <a:pt x="54516" y="3756937"/>
                  </a:lnTo>
                  <a:lnTo>
                    <a:pt x="88439" y="3728241"/>
                  </a:lnTo>
                  <a:lnTo>
                    <a:pt x="105129" y="3715589"/>
                  </a:lnTo>
                  <a:lnTo>
                    <a:pt x="113725" y="3709184"/>
                  </a:lnTo>
                  <a:lnTo>
                    <a:pt x="125990" y="3699935"/>
                  </a:lnTo>
                  <a:lnTo>
                    <a:pt x="140241" y="3689007"/>
                  </a:lnTo>
                  <a:lnTo>
                    <a:pt x="143635" y="3686463"/>
                  </a:lnTo>
                  <a:lnTo>
                    <a:pt x="181297" y="3662721"/>
                  </a:lnTo>
                  <a:lnTo>
                    <a:pt x="234946" y="3636599"/>
                  </a:lnTo>
                  <a:lnTo>
                    <a:pt x="276359" y="3618879"/>
                  </a:lnTo>
                  <a:lnTo>
                    <a:pt x="322150" y="3602551"/>
                  </a:lnTo>
                  <a:lnTo>
                    <a:pt x="369125" y="3589168"/>
                  </a:lnTo>
                  <a:lnTo>
                    <a:pt x="412588" y="3578840"/>
                  </a:lnTo>
                  <a:lnTo>
                    <a:pt x="458046" y="3568655"/>
                  </a:lnTo>
                  <a:lnTo>
                    <a:pt x="496925" y="3560110"/>
                  </a:lnTo>
                  <a:lnTo>
                    <a:pt x="550674" y="3550509"/>
                  </a:lnTo>
                  <a:lnTo>
                    <a:pt x="555543" y="3549801"/>
                  </a:lnTo>
                  <a:lnTo>
                    <a:pt x="567932" y="3547981"/>
                  </a:lnTo>
                  <a:lnTo>
                    <a:pt x="605854" y="3542191"/>
                  </a:lnTo>
                  <a:lnTo>
                    <a:pt x="648257" y="3534518"/>
                  </a:lnTo>
                  <a:lnTo>
                    <a:pt x="652332" y="3533720"/>
                  </a:lnTo>
                  <a:lnTo>
                    <a:pt x="662939" y="3531725"/>
                  </a:lnTo>
                  <a:lnTo>
                    <a:pt x="677655" y="3529126"/>
                  </a:lnTo>
                  <a:lnTo>
                    <a:pt x="694055" y="3526518"/>
                  </a:lnTo>
                  <a:lnTo>
                    <a:pt x="697904" y="3525934"/>
                  </a:lnTo>
                  <a:lnTo>
                    <a:pt x="708414" y="3524258"/>
                  </a:lnTo>
                  <a:lnTo>
                    <a:pt x="724029" y="3521604"/>
                  </a:lnTo>
                  <a:lnTo>
                    <a:pt x="743194" y="3518089"/>
                  </a:lnTo>
                  <a:lnTo>
                    <a:pt x="747835" y="3517222"/>
                  </a:lnTo>
                  <a:lnTo>
                    <a:pt x="759907" y="3515062"/>
                  </a:lnTo>
                  <a:lnTo>
                    <a:pt x="776630" y="3512273"/>
                  </a:lnTo>
                  <a:lnTo>
                    <a:pt x="795222" y="3509514"/>
                  </a:lnTo>
                  <a:lnTo>
                    <a:pt x="799379" y="3508946"/>
                  </a:lnTo>
                  <a:lnTo>
                    <a:pt x="809880" y="3507495"/>
                  </a:lnTo>
                  <a:lnTo>
                    <a:pt x="823768" y="3505536"/>
                  </a:lnTo>
                  <a:lnTo>
                    <a:pt x="838086" y="3503449"/>
                  </a:lnTo>
                  <a:lnTo>
                    <a:pt x="841184" y="3503001"/>
                  </a:lnTo>
                  <a:lnTo>
                    <a:pt x="849324" y="3501893"/>
                  </a:lnTo>
                  <a:lnTo>
                    <a:pt x="860774" y="3500479"/>
                  </a:lnTo>
                  <a:lnTo>
                    <a:pt x="873803" y="3499113"/>
                  </a:lnTo>
                  <a:lnTo>
                    <a:pt x="876831" y="3498824"/>
                  </a:lnTo>
                  <a:lnTo>
                    <a:pt x="884785" y="3498026"/>
                  </a:lnTo>
                  <a:lnTo>
                    <a:pt x="895970" y="3496821"/>
                  </a:lnTo>
                  <a:lnTo>
                    <a:pt x="908691" y="3495313"/>
                  </a:lnTo>
                  <a:lnTo>
                    <a:pt x="911662" y="3494941"/>
                  </a:lnTo>
                  <a:lnTo>
                    <a:pt x="919533" y="3493958"/>
                  </a:lnTo>
                  <a:lnTo>
                    <a:pt x="967791" y="3488545"/>
                  </a:lnTo>
                  <a:lnTo>
                    <a:pt x="1008029" y="3486223"/>
                  </a:lnTo>
                  <a:lnTo>
                    <a:pt x="1023824" y="3485975"/>
                  </a:lnTo>
                  <a:lnTo>
                    <a:pt x="1030994" y="3485768"/>
                  </a:lnTo>
                  <a:lnTo>
                    <a:pt x="1040631" y="3485204"/>
                  </a:lnTo>
                  <a:lnTo>
                    <a:pt x="1050839" y="3484107"/>
                  </a:lnTo>
                  <a:lnTo>
                    <a:pt x="1053097" y="3483807"/>
                  </a:lnTo>
                  <a:lnTo>
                    <a:pt x="1059039" y="3483131"/>
                  </a:lnTo>
                  <a:lnTo>
                    <a:pt x="1067419" y="3482413"/>
                  </a:lnTo>
                  <a:lnTo>
                    <a:pt x="1076989" y="3481990"/>
                  </a:lnTo>
                  <a:lnTo>
                    <a:pt x="1089990" y="3481770"/>
                  </a:lnTo>
                  <a:lnTo>
                    <a:pt x="1101887" y="3481770"/>
                  </a:lnTo>
                  <a:lnTo>
                    <a:pt x="1113784" y="3481770"/>
                  </a:lnTo>
                  <a:lnTo>
                    <a:pt x="1124812" y="3481770"/>
                  </a:lnTo>
                  <a:lnTo>
                    <a:pt x="1126840" y="3481737"/>
                  </a:lnTo>
                  <a:lnTo>
                    <a:pt x="1132762" y="3481506"/>
                  </a:lnTo>
                  <a:lnTo>
                    <a:pt x="1142337" y="3480878"/>
                  </a:lnTo>
                  <a:lnTo>
                    <a:pt x="1155324" y="3479654"/>
                  </a:lnTo>
                  <a:lnTo>
                    <a:pt x="1158663" y="3479307"/>
                  </a:lnTo>
                  <a:lnTo>
                    <a:pt x="1167430" y="3478464"/>
                  </a:lnTo>
                  <a:lnTo>
                    <a:pt x="1205712" y="3475951"/>
                  </a:lnTo>
                  <a:lnTo>
                    <a:pt x="1236286" y="3475405"/>
                  </a:lnTo>
                  <a:lnTo>
                    <a:pt x="1244825" y="3475290"/>
                  </a:lnTo>
                  <a:lnTo>
                    <a:pt x="1256063" y="3474976"/>
                  </a:lnTo>
                  <a:lnTo>
                    <a:pt x="1267551" y="3474364"/>
                  </a:lnTo>
                  <a:lnTo>
                    <a:pt x="1270063" y="3474199"/>
                  </a:lnTo>
                  <a:lnTo>
                    <a:pt x="1276846" y="3473835"/>
                  </a:lnTo>
                  <a:lnTo>
                    <a:pt x="1286773" y="3473471"/>
                  </a:lnTo>
                  <a:lnTo>
                    <a:pt x="1298717" y="3473306"/>
                  </a:lnTo>
                  <a:lnTo>
                    <a:pt x="1301571" y="3473306"/>
                  </a:lnTo>
                  <a:lnTo>
                    <a:pt x="1308972" y="3473306"/>
                  </a:lnTo>
                  <a:lnTo>
                    <a:pt x="1356237" y="3473306"/>
                  </a:lnTo>
                  <a:lnTo>
                    <a:pt x="1358170" y="3473322"/>
                  </a:lnTo>
                  <a:lnTo>
                    <a:pt x="1363586" y="3473438"/>
                  </a:lnTo>
                  <a:lnTo>
                    <a:pt x="1371906" y="3473752"/>
                  </a:lnTo>
                  <a:lnTo>
                    <a:pt x="1382554" y="3474364"/>
                  </a:lnTo>
                  <a:lnTo>
                    <a:pt x="1385257" y="3474529"/>
                  </a:lnTo>
                  <a:lnTo>
                    <a:pt x="1392563" y="3474893"/>
                  </a:lnTo>
                  <a:lnTo>
                    <a:pt x="1403263" y="3475257"/>
                  </a:lnTo>
                  <a:lnTo>
                    <a:pt x="1416150" y="3475422"/>
                  </a:lnTo>
                  <a:lnTo>
                    <a:pt x="1419209" y="3475422"/>
                  </a:lnTo>
                  <a:lnTo>
                    <a:pt x="1427044" y="3475422"/>
                  </a:lnTo>
                  <a:lnTo>
                    <a:pt x="1503634" y="3475422"/>
                  </a:lnTo>
                  <a:lnTo>
                    <a:pt x="1528710" y="3475422"/>
                  </a:lnTo>
                  <a:lnTo>
                    <a:pt x="1552533" y="3475422"/>
                  </a:lnTo>
                  <a:lnTo>
                    <a:pt x="1564237" y="3475422"/>
                  </a:lnTo>
                  <a:lnTo>
                    <a:pt x="1575757" y="3476480"/>
                  </a:lnTo>
                  <a:lnTo>
                    <a:pt x="1620124" y="3479489"/>
                  </a:lnTo>
                  <a:lnTo>
                    <a:pt x="1632440" y="3479687"/>
                  </a:lnTo>
                  <a:lnTo>
                    <a:pt x="1640280" y="3479919"/>
                  </a:lnTo>
                  <a:lnTo>
                    <a:pt x="1678977" y="3482150"/>
                  </a:lnTo>
                  <a:lnTo>
                    <a:pt x="1723052" y="3486930"/>
                  </a:lnTo>
                  <a:lnTo>
                    <a:pt x="1726080" y="3487424"/>
                  </a:lnTo>
                  <a:lnTo>
                    <a:pt x="1733601" y="3488600"/>
                  </a:lnTo>
                  <a:lnTo>
                    <a:pt x="1743273" y="3489999"/>
                  </a:lnTo>
                  <a:lnTo>
                    <a:pt x="1752752" y="3491162"/>
                  </a:lnTo>
                  <a:lnTo>
                    <a:pt x="1764221" y="3492353"/>
                  </a:lnTo>
                  <a:lnTo>
                    <a:pt x="1776233" y="3492353"/>
                  </a:lnTo>
                  <a:lnTo>
                    <a:pt x="1778402" y="3492387"/>
                  </a:lnTo>
                  <a:lnTo>
                    <a:pt x="1784572" y="3492618"/>
                  </a:lnTo>
                  <a:lnTo>
                    <a:pt x="1794241" y="3493247"/>
                  </a:lnTo>
                  <a:lnTo>
                    <a:pt x="1806904" y="3494471"/>
                  </a:lnTo>
                  <a:lnTo>
                    <a:pt x="1810142" y="3494827"/>
                  </a:lnTo>
                  <a:lnTo>
                    <a:pt x="1818820" y="3495728"/>
                  </a:lnTo>
                  <a:lnTo>
                    <a:pt x="1858071" y="3498816"/>
                  </a:lnTo>
                  <a:lnTo>
                    <a:pt x="1868656" y="3498996"/>
                  </a:lnTo>
                  <a:lnTo>
                    <a:pt x="1878647" y="3498533"/>
                  </a:lnTo>
                  <a:lnTo>
                    <a:pt x="1880738" y="3498351"/>
                  </a:lnTo>
                  <a:lnTo>
                    <a:pt x="1886608" y="3498005"/>
                  </a:lnTo>
                  <a:lnTo>
                    <a:pt x="1895652" y="3497790"/>
                  </a:lnTo>
                  <a:lnTo>
                    <a:pt x="1907268" y="3498003"/>
                  </a:lnTo>
                  <a:lnTo>
                    <a:pt x="1910177" y="3498113"/>
                  </a:lnTo>
                  <a:lnTo>
                    <a:pt x="1917845" y="3498354"/>
                  </a:lnTo>
                  <a:lnTo>
                    <a:pt x="1928678" y="3498595"/>
                  </a:lnTo>
                  <a:lnTo>
                    <a:pt x="1941084" y="3498705"/>
                  </a:lnTo>
                  <a:lnTo>
                    <a:pt x="1943923" y="3498397"/>
                  </a:lnTo>
                  <a:lnTo>
                    <a:pt x="1977838" y="3467574"/>
                  </a:lnTo>
                  <a:lnTo>
                    <a:pt x="1988532" y="3446240"/>
                  </a:lnTo>
                  <a:lnTo>
                    <a:pt x="1993418" y="3433091"/>
                  </a:lnTo>
                </a:path>
              </a:pathLst>
            </a:custGeom>
            <a:ln w="4550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2026-04-14T12:38:07Z</dcterms:created>
  <dcterms:modified xsi:type="dcterms:W3CDTF">2026-04-14T12:38:07Z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2026-04-14T00:00:00Z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2026-04-14T00:00:00Z</vt:filetime>
  </property>
  <property fmtid="{D5CDD505-2E9C-101B-9397-08002B2CF9AE}" pid="6" name="Producer">
    <vt:lpwstr>GPL Ghostscript 9.56.1</vt:lpwstr>
  </property>
</Properties>
</file>